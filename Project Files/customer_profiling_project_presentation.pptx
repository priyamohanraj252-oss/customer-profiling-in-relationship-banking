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10" Type="http://schemas.openxmlformats.org/officeDocument/2006/relationships/image" Target="../media/image18.svg"/><Relationship Id="rId4" Type="http://schemas.openxmlformats.org/officeDocument/2006/relationships/image" Target="../media/image28.svg"/><Relationship Id="rId9" Type="http://schemas.openxmlformats.org/officeDocument/2006/relationships/image" Target="../media/image17.pn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10" Type="http://schemas.openxmlformats.org/officeDocument/2006/relationships/image" Target="../media/image43.svg"/><Relationship Id="rId4" Type="http://schemas.openxmlformats.org/officeDocument/2006/relationships/image" Target="../media/image37.svg"/><Relationship Id="rId9" Type="http://schemas.openxmlformats.org/officeDocument/2006/relationships/image" Target="../media/image42.pn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10" Type="http://schemas.openxmlformats.org/officeDocument/2006/relationships/image" Target="../media/image18.svg"/><Relationship Id="rId4" Type="http://schemas.openxmlformats.org/officeDocument/2006/relationships/image" Target="../media/image28.svg"/><Relationship Id="rId9" Type="http://schemas.openxmlformats.org/officeDocument/2006/relationships/image" Target="../media/image17.pn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10" Type="http://schemas.openxmlformats.org/officeDocument/2006/relationships/image" Target="../media/image43.svg"/><Relationship Id="rId4" Type="http://schemas.openxmlformats.org/officeDocument/2006/relationships/image" Target="../media/image37.svg"/><Relationship Id="rId9" Type="http://schemas.openxmlformats.org/officeDocument/2006/relationships/image" Target="../media/image42.pn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0B7C42-AA78-404F-9E6C-7D0D686EE68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488E3E3-4576-457A-808D-F896D6E67E38}">
      <dgm:prSet/>
      <dgm:spPr/>
      <dgm:t>
        <a:bodyPr/>
        <a:lstStyle/>
        <a:p>
          <a:r>
            <a:rPr lang="en-US"/>
            <a:t>Understand customer account distribution</a:t>
          </a:r>
        </a:p>
      </dgm:t>
    </dgm:pt>
    <dgm:pt modelId="{A537CD87-AC00-4F6B-AED5-667BDDBC2903}" type="parTrans" cxnId="{4E410047-3CC3-42B1-96B3-65523503A19D}">
      <dgm:prSet/>
      <dgm:spPr/>
      <dgm:t>
        <a:bodyPr/>
        <a:lstStyle/>
        <a:p>
          <a:endParaRPr lang="en-US"/>
        </a:p>
      </dgm:t>
    </dgm:pt>
    <dgm:pt modelId="{E3B388E6-8CEA-4C58-8B1D-5EC461FB1F13}" type="sibTrans" cxnId="{4E410047-3CC3-42B1-96B3-65523503A19D}">
      <dgm:prSet/>
      <dgm:spPr/>
      <dgm:t>
        <a:bodyPr/>
        <a:lstStyle/>
        <a:p>
          <a:endParaRPr lang="en-US"/>
        </a:p>
      </dgm:t>
    </dgm:pt>
    <dgm:pt modelId="{5C690E61-5A38-4299-A5FB-A37E87C9D88E}">
      <dgm:prSet/>
      <dgm:spPr/>
      <dgm:t>
        <a:bodyPr/>
        <a:lstStyle/>
        <a:p>
          <a:r>
            <a:rPr lang="en-US"/>
            <a:t>Analyze liabilities and loan structures</a:t>
          </a:r>
        </a:p>
      </dgm:t>
    </dgm:pt>
    <dgm:pt modelId="{A47A30B0-56FC-44F9-9386-E703C9319141}" type="parTrans" cxnId="{73D14DD8-003A-4F90-88AF-9F30D84D2809}">
      <dgm:prSet/>
      <dgm:spPr/>
      <dgm:t>
        <a:bodyPr/>
        <a:lstStyle/>
        <a:p>
          <a:endParaRPr lang="en-US"/>
        </a:p>
      </dgm:t>
    </dgm:pt>
    <dgm:pt modelId="{BED9FDFA-8B17-4F0D-9C9D-1C67CFB5AB7E}" type="sibTrans" cxnId="{73D14DD8-003A-4F90-88AF-9F30D84D2809}">
      <dgm:prSet/>
      <dgm:spPr/>
      <dgm:t>
        <a:bodyPr/>
        <a:lstStyle/>
        <a:p>
          <a:endParaRPr lang="en-US"/>
        </a:p>
      </dgm:t>
    </dgm:pt>
    <dgm:pt modelId="{44BEA31F-2821-44F7-B543-E739A2B8A62C}">
      <dgm:prSet/>
      <dgm:spPr/>
      <dgm:t>
        <a:bodyPr/>
        <a:lstStyle/>
        <a:p>
          <a:r>
            <a:rPr lang="en-US"/>
            <a:t>Identify customer financial patterns</a:t>
          </a:r>
        </a:p>
      </dgm:t>
    </dgm:pt>
    <dgm:pt modelId="{2E289F1E-69C7-47E3-81A1-0B79227E6FE3}" type="parTrans" cxnId="{FAD220E8-1188-4CCF-8D27-8ED5470F3B2A}">
      <dgm:prSet/>
      <dgm:spPr/>
      <dgm:t>
        <a:bodyPr/>
        <a:lstStyle/>
        <a:p>
          <a:endParaRPr lang="en-US"/>
        </a:p>
      </dgm:t>
    </dgm:pt>
    <dgm:pt modelId="{4C364C74-A6DC-4448-B92C-F6DD920BB9AD}" type="sibTrans" cxnId="{FAD220E8-1188-4CCF-8D27-8ED5470F3B2A}">
      <dgm:prSet/>
      <dgm:spPr/>
      <dgm:t>
        <a:bodyPr/>
        <a:lstStyle/>
        <a:p>
          <a:endParaRPr lang="en-US"/>
        </a:p>
      </dgm:t>
    </dgm:pt>
    <dgm:pt modelId="{D866001F-B60A-4565-8AE3-333412FE327A}">
      <dgm:prSet/>
      <dgm:spPr/>
      <dgm:t>
        <a:bodyPr/>
        <a:lstStyle/>
        <a:p>
          <a:r>
            <a:rPr lang="en-US"/>
            <a:t>Support data‑driven banking decisions</a:t>
          </a:r>
        </a:p>
      </dgm:t>
    </dgm:pt>
    <dgm:pt modelId="{4D03D688-AD75-4AA1-8F05-5056A63CB70C}" type="parTrans" cxnId="{0AD8CEDC-7B3F-4DA7-9410-71CB148E973E}">
      <dgm:prSet/>
      <dgm:spPr/>
      <dgm:t>
        <a:bodyPr/>
        <a:lstStyle/>
        <a:p>
          <a:endParaRPr lang="en-US"/>
        </a:p>
      </dgm:t>
    </dgm:pt>
    <dgm:pt modelId="{8D07D892-E70E-49F2-BF9D-7809E690AA7B}" type="sibTrans" cxnId="{0AD8CEDC-7B3F-4DA7-9410-71CB148E973E}">
      <dgm:prSet/>
      <dgm:spPr/>
      <dgm:t>
        <a:bodyPr/>
        <a:lstStyle/>
        <a:p>
          <a:endParaRPr lang="en-US"/>
        </a:p>
      </dgm:t>
    </dgm:pt>
    <dgm:pt modelId="{998A037B-BFCF-4F7D-9721-5576B06086A2}" type="pres">
      <dgm:prSet presAssocID="{740B7C42-AA78-404F-9E6C-7D0D686EE688}" presName="root" presStyleCnt="0">
        <dgm:presLayoutVars>
          <dgm:dir/>
          <dgm:resizeHandles val="exact"/>
        </dgm:presLayoutVars>
      </dgm:prSet>
      <dgm:spPr/>
    </dgm:pt>
    <dgm:pt modelId="{706F9F41-A76B-4119-9994-36F5F23FBDF8}" type="pres">
      <dgm:prSet presAssocID="{B488E3E3-4576-457A-808D-F896D6E67E38}" presName="compNode" presStyleCnt="0"/>
      <dgm:spPr/>
    </dgm:pt>
    <dgm:pt modelId="{F6F7B608-4B1E-4E9A-A115-9863D17693BC}" type="pres">
      <dgm:prSet presAssocID="{B488E3E3-4576-457A-808D-F896D6E67E38}" presName="bgRect" presStyleLbl="bgShp" presStyleIdx="0" presStyleCnt="4"/>
      <dgm:spPr/>
    </dgm:pt>
    <dgm:pt modelId="{2D7727CA-041C-44A6-BFC0-D2FA17CDF114}" type="pres">
      <dgm:prSet presAssocID="{B488E3E3-4576-457A-808D-F896D6E67E3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FC094A08-1462-452A-A6A1-E08E8F5A937C}" type="pres">
      <dgm:prSet presAssocID="{B488E3E3-4576-457A-808D-F896D6E67E38}" presName="spaceRect" presStyleCnt="0"/>
      <dgm:spPr/>
    </dgm:pt>
    <dgm:pt modelId="{3238E98F-5169-4B9E-BEAE-15A8784C5406}" type="pres">
      <dgm:prSet presAssocID="{B488E3E3-4576-457A-808D-F896D6E67E38}" presName="parTx" presStyleLbl="revTx" presStyleIdx="0" presStyleCnt="4">
        <dgm:presLayoutVars>
          <dgm:chMax val="0"/>
          <dgm:chPref val="0"/>
        </dgm:presLayoutVars>
      </dgm:prSet>
      <dgm:spPr/>
    </dgm:pt>
    <dgm:pt modelId="{2DC38465-9712-4825-95EB-8D7709BEC18A}" type="pres">
      <dgm:prSet presAssocID="{E3B388E6-8CEA-4C58-8B1D-5EC461FB1F13}" presName="sibTrans" presStyleCnt="0"/>
      <dgm:spPr/>
    </dgm:pt>
    <dgm:pt modelId="{9B37393D-FB6D-4242-81FB-3257C4C40E09}" type="pres">
      <dgm:prSet presAssocID="{5C690E61-5A38-4299-A5FB-A37E87C9D88E}" presName="compNode" presStyleCnt="0"/>
      <dgm:spPr/>
    </dgm:pt>
    <dgm:pt modelId="{CEB4C24A-E6BF-437A-A3CA-62E7EDDD8C38}" type="pres">
      <dgm:prSet presAssocID="{5C690E61-5A38-4299-A5FB-A37E87C9D88E}" presName="bgRect" presStyleLbl="bgShp" presStyleIdx="1" presStyleCnt="4"/>
      <dgm:spPr/>
    </dgm:pt>
    <dgm:pt modelId="{7068DA3B-9152-47D3-A4AE-ABE77E05D57E}" type="pres">
      <dgm:prSet presAssocID="{5C690E61-5A38-4299-A5FB-A37E87C9D88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E04EF1AF-0A6E-40F6-AB0F-91ECB139CDDE}" type="pres">
      <dgm:prSet presAssocID="{5C690E61-5A38-4299-A5FB-A37E87C9D88E}" presName="spaceRect" presStyleCnt="0"/>
      <dgm:spPr/>
    </dgm:pt>
    <dgm:pt modelId="{895F1A50-0389-4F8F-BF33-E8A7B4B25F77}" type="pres">
      <dgm:prSet presAssocID="{5C690E61-5A38-4299-A5FB-A37E87C9D88E}" presName="parTx" presStyleLbl="revTx" presStyleIdx="1" presStyleCnt="4">
        <dgm:presLayoutVars>
          <dgm:chMax val="0"/>
          <dgm:chPref val="0"/>
        </dgm:presLayoutVars>
      </dgm:prSet>
      <dgm:spPr/>
    </dgm:pt>
    <dgm:pt modelId="{A036600D-DFF0-4F36-B014-47651E72B74D}" type="pres">
      <dgm:prSet presAssocID="{BED9FDFA-8B17-4F0D-9C9D-1C67CFB5AB7E}" presName="sibTrans" presStyleCnt="0"/>
      <dgm:spPr/>
    </dgm:pt>
    <dgm:pt modelId="{AA795C1C-DC44-47E7-BE41-83BB670D2E11}" type="pres">
      <dgm:prSet presAssocID="{44BEA31F-2821-44F7-B543-E739A2B8A62C}" presName="compNode" presStyleCnt="0"/>
      <dgm:spPr/>
    </dgm:pt>
    <dgm:pt modelId="{A24F0938-5D4C-46D3-8747-020DD727666A}" type="pres">
      <dgm:prSet presAssocID="{44BEA31F-2821-44F7-B543-E739A2B8A62C}" presName="bgRect" presStyleLbl="bgShp" presStyleIdx="2" presStyleCnt="4"/>
      <dgm:spPr/>
    </dgm:pt>
    <dgm:pt modelId="{C31E739E-29B3-4252-B3EA-8342768A4646}" type="pres">
      <dgm:prSet presAssocID="{44BEA31F-2821-44F7-B543-E739A2B8A62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95307CA2-BF0A-47C6-8B28-A03AB9CAC12B}" type="pres">
      <dgm:prSet presAssocID="{44BEA31F-2821-44F7-B543-E739A2B8A62C}" presName="spaceRect" presStyleCnt="0"/>
      <dgm:spPr/>
    </dgm:pt>
    <dgm:pt modelId="{AC106FA3-0840-497D-9385-A7527CD13582}" type="pres">
      <dgm:prSet presAssocID="{44BEA31F-2821-44F7-B543-E739A2B8A62C}" presName="parTx" presStyleLbl="revTx" presStyleIdx="2" presStyleCnt="4">
        <dgm:presLayoutVars>
          <dgm:chMax val="0"/>
          <dgm:chPref val="0"/>
        </dgm:presLayoutVars>
      </dgm:prSet>
      <dgm:spPr/>
    </dgm:pt>
    <dgm:pt modelId="{A972C43A-F4B6-4F02-9676-887648F6B5DB}" type="pres">
      <dgm:prSet presAssocID="{4C364C74-A6DC-4448-B92C-F6DD920BB9AD}" presName="sibTrans" presStyleCnt="0"/>
      <dgm:spPr/>
    </dgm:pt>
    <dgm:pt modelId="{97057DF3-2EDE-4A8E-B2B4-DB9350AF0398}" type="pres">
      <dgm:prSet presAssocID="{D866001F-B60A-4565-8AE3-333412FE327A}" presName="compNode" presStyleCnt="0"/>
      <dgm:spPr/>
    </dgm:pt>
    <dgm:pt modelId="{707856AB-BFDC-4C65-BFA7-B473C57AC69C}" type="pres">
      <dgm:prSet presAssocID="{D866001F-B60A-4565-8AE3-333412FE327A}" presName="bgRect" presStyleLbl="bgShp" presStyleIdx="3" presStyleCnt="4"/>
      <dgm:spPr/>
    </dgm:pt>
    <dgm:pt modelId="{8FE2925D-6A67-4C10-B01D-5898BFDD06F7}" type="pres">
      <dgm:prSet presAssocID="{D866001F-B60A-4565-8AE3-333412FE327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2698E8C8-3D39-4DB4-B0D6-2CD36CCA1CDA}" type="pres">
      <dgm:prSet presAssocID="{D866001F-B60A-4565-8AE3-333412FE327A}" presName="spaceRect" presStyleCnt="0"/>
      <dgm:spPr/>
    </dgm:pt>
    <dgm:pt modelId="{C4F40E44-7F40-44CC-A0AC-50CA0A6699C3}" type="pres">
      <dgm:prSet presAssocID="{D866001F-B60A-4565-8AE3-333412FE327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4565225-30E3-46F4-BCEE-125AEBF8039E}" type="presOf" srcId="{740B7C42-AA78-404F-9E6C-7D0D686EE688}" destId="{998A037B-BFCF-4F7D-9721-5576B06086A2}" srcOrd="0" destOrd="0" presId="urn:microsoft.com/office/officeart/2018/2/layout/IconVerticalSolidList"/>
    <dgm:cxn modelId="{34207B3E-1CEB-494A-887E-06C4DD7369C6}" type="presOf" srcId="{B488E3E3-4576-457A-808D-F896D6E67E38}" destId="{3238E98F-5169-4B9E-BEAE-15A8784C5406}" srcOrd="0" destOrd="0" presId="urn:microsoft.com/office/officeart/2018/2/layout/IconVerticalSolidList"/>
    <dgm:cxn modelId="{4E410047-3CC3-42B1-96B3-65523503A19D}" srcId="{740B7C42-AA78-404F-9E6C-7D0D686EE688}" destId="{B488E3E3-4576-457A-808D-F896D6E67E38}" srcOrd="0" destOrd="0" parTransId="{A537CD87-AC00-4F6B-AED5-667BDDBC2903}" sibTransId="{E3B388E6-8CEA-4C58-8B1D-5EC461FB1F13}"/>
    <dgm:cxn modelId="{C4860F4A-36AE-41A2-A23D-E292821EE8E6}" type="presOf" srcId="{44BEA31F-2821-44F7-B543-E739A2B8A62C}" destId="{AC106FA3-0840-497D-9385-A7527CD13582}" srcOrd="0" destOrd="0" presId="urn:microsoft.com/office/officeart/2018/2/layout/IconVerticalSolidList"/>
    <dgm:cxn modelId="{E5BE5D6C-D60F-4B22-8632-11F023B62E30}" type="presOf" srcId="{D866001F-B60A-4565-8AE3-333412FE327A}" destId="{C4F40E44-7F40-44CC-A0AC-50CA0A6699C3}" srcOrd="0" destOrd="0" presId="urn:microsoft.com/office/officeart/2018/2/layout/IconVerticalSolidList"/>
    <dgm:cxn modelId="{E8ED7492-EFAC-4CE6-B779-687179B691C4}" type="presOf" srcId="{5C690E61-5A38-4299-A5FB-A37E87C9D88E}" destId="{895F1A50-0389-4F8F-BF33-E8A7B4B25F77}" srcOrd="0" destOrd="0" presId="urn:microsoft.com/office/officeart/2018/2/layout/IconVerticalSolidList"/>
    <dgm:cxn modelId="{73D14DD8-003A-4F90-88AF-9F30D84D2809}" srcId="{740B7C42-AA78-404F-9E6C-7D0D686EE688}" destId="{5C690E61-5A38-4299-A5FB-A37E87C9D88E}" srcOrd="1" destOrd="0" parTransId="{A47A30B0-56FC-44F9-9386-E703C9319141}" sibTransId="{BED9FDFA-8B17-4F0D-9C9D-1C67CFB5AB7E}"/>
    <dgm:cxn modelId="{0AD8CEDC-7B3F-4DA7-9410-71CB148E973E}" srcId="{740B7C42-AA78-404F-9E6C-7D0D686EE688}" destId="{D866001F-B60A-4565-8AE3-333412FE327A}" srcOrd="3" destOrd="0" parTransId="{4D03D688-AD75-4AA1-8F05-5056A63CB70C}" sibTransId="{8D07D892-E70E-49F2-BF9D-7809E690AA7B}"/>
    <dgm:cxn modelId="{FAD220E8-1188-4CCF-8D27-8ED5470F3B2A}" srcId="{740B7C42-AA78-404F-9E6C-7D0D686EE688}" destId="{44BEA31F-2821-44F7-B543-E739A2B8A62C}" srcOrd="2" destOrd="0" parTransId="{2E289F1E-69C7-47E3-81A1-0B79227E6FE3}" sibTransId="{4C364C74-A6DC-4448-B92C-F6DD920BB9AD}"/>
    <dgm:cxn modelId="{1E124495-897E-49F8-A5E6-F08D3CBA1948}" type="presParOf" srcId="{998A037B-BFCF-4F7D-9721-5576B06086A2}" destId="{706F9F41-A76B-4119-9994-36F5F23FBDF8}" srcOrd="0" destOrd="0" presId="urn:microsoft.com/office/officeart/2018/2/layout/IconVerticalSolidList"/>
    <dgm:cxn modelId="{8244765B-1F36-46FE-B2B3-2FA6FC0E7511}" type="presParOf" srcId="{706F9F41-A76B-4119-9994-36F5F23FBDF8}" destId="{F6F7B608-4B1E-4E9A-A115-9863D17693BC}" srcOrd="0" destOrd="0" presId="urn:microsoft.com/office/officeart/2018/2/layout/IconVerticalSolidList"/>
    <dgm:cxn modelId="{1DDC1C0F-62BC-4E63-9600-741B42A10EC6}" type="presParOf" srcId="{706F9F41-A76B-4119-9994-36F5F23FBDF8}" destId="{2D7727CA-041C-44A6-BFC0-D2FA17CDF114}" srcOrd="1" destOrd="0" presId="urn:microsoft.com/office/officeart/2018/2/layout/IconVerticalSolidList"/>
    <dgm:cxn modelId="{75963DBF-848B-42A1-98EA-161186D0B5CC}" type="presParOf" srcId="{706F9F41-A76B-4119-9994-36F5F23FBDF8}" destId="{FC094A08-1462-452A-A6A1-E08E8F5A937C}" srcOrd="2" destOrd="0" presId="urn:microsoft.com/office/officeart/2018/2/layout/IconVerticalSolidList"/>
    <dgm:cxn modelId="{E34BE261-4208-466D-9D69-28B9ECECDA6D}" type="presParOf" srcId="{706F9F41-A76B-4119-9994-36F5F23FBDF8}" destId="{3238E98F-5169-4B9E-BEAE-15A8784C5406}" srcOrd="3" destOrd="0" presId="urn:microsoft.com/office/officeart/2018/2/layout/IconVerticalSolidList"/>
    <dgm:cxn modelId="{E01E76C5-2E2C-4E13-A132-4D968DF94807}" type="presParOf" srcId="{998A037B-BFCF-4F7D-9721-5576B06086A2}" destId="{2DC38465-9712-4825-95EB-8D7709BEC18A}" srcOrd="1" destOrd="0" presId="urn:microsoft.com/office/officeart/2018/2/layout/IconVerticalSolidList"/>
    <dgm:cxn modelId="{90FC621D-F39A-4032-B85F-818818ECA92F}" type="presParOf" srcId="{998A037B-BFCF-4F7D-9721-5576B06086A2}" destId="{9B37393D-FB6D-4242-81FB-3257C4C40E09}" srcOrd="2" destOrd="0" presId="urn:microsoft.com/office/officeart/2018/2/layout/IconVerticalSolidList"/>
    <dgm:cxn modelId="{25DD8E49-8E0E-4F26-8375-ECA5C00F4D39}" type="presParOf" srcId="{9B37393D-FB6D-4242-81FB-3257C4C40E09}" destId="{CEB4C24A-E6BF-437A-A3CA-62E7EDDD8C38}" srcOrd="0" destOrd="0" presId="urn:microsoft.com/office/officeart/2018/2/layout/IconVerticalSolidList"/>
    <dgm:cxn modelId="{737A4EFD-47F4-40A8-9C81-D086E6AC0083}" type="presParOf" srcId="{9B37393D-FB6D-4242-81FB-3257C4C40E09}" destId="{7068DA3B-9152-47D3-A4AE-ABE77E05D57E}" srcOrd="1" destOrd="0" presId="urn:microsoft.com/office/officeart/2018/2/layout/IconVerticalSolidList"/>
    <dgm:cxn modelId="{1E186A6E-6367-47EE-998E-AFAD941D6901}" type="presParOf" srcId="{9B37393D-FB6D-4242-81FB-3257C4C40E09}" destId="{E04EF1AF-0A6E-40F6-AB0F-91ECB139CDDE}" srcOrd="2" destOrd="0" presId="urn:microsoft.com/office/officeart/2018/2/layout/IconVerticalSolidList"/>
    <dgm:cxn modelId="{AE1F16E1-6BC6-417D-B5DE-DF4D3C90D80C}" type="presParOf" srcId="{9B37393D-FB6D-4242-81FB-3257C4C40E09}" destId="{895F1A50-0389-4F8F-BF33-E8A7B4B25F77}" srcOrd="3" destOrd="0" presId="urn:microsoft.com/office/officeart/2018/2/layout/IconVerticalSolidList"/>
    <dgm:cxn modelId="{53411DF1-AB38-4FD1-B1EE-5EBD6A438FDB}" type="presParOf" srcId="{998A037B-BFCF-4F7D-9721-5576B06086A2}" destId="{A036600D-DFF0-4F36-B014-47651E72B74D}" srcOrd="3" destOrd="0" presId="urn:microsoft.com/office/officeart/2018/2/layout/IconVerticalSolidList"/>
    <dgm:cxn modelId="{C56350CA-319D-4645-AF39-156ECC3C5A80}" type="presParOf" srcId="{998A037B-BFCF-4F7D-9721-5576B06086A2}" destId="{AA795C1C-DC44-47E7-BE41-83BB670D2E11}" srcOrd="4" destOrd="0" presId="urn:microsoft.com/office/officeart/2018/2/layout/IconVerticalSolidList"/>
    <dgm:cxn modelId="{3029FDEB-C87A-4942-8A19-1AD7D913843A}" type="presParOf" srcId="{AA795C1C-DC44-47E7-BE41-83BB670D2E11}" destId="{A24F0938-5D4C-46D3-8747-020DD727666A}" srcOrd="0" destOrd="0" presId="urn:microsoft.com/office/officeart/2018/2/layout/IconVerticalSolidList"/>
    <dgm:cxn modelId="{24286B32-FE7E-41F4-AC9A-E001F4F1209D}" type="presParOf" srcId="{AA795C1C-DC44-47E7-BE41-83BB670D2E11}" destId="{C31E739E-29B3-4252-B3EA-8342768A4646}" srcOrd="1" destOrd="0" presId="urn:microsoft.com/office/officeart/2018/2/layout/IconVerticalSolidList"/>
    <dgm:cxn modelId="{CF5D538D-3402-4CA4-9D44-E27EE0CDC394}" type="presParOf" srcId="{AA795C1C-DC44-47E7-BE41-83BB670D2E11}" destId="{95307CA2-BF0A-47C6-8B28-A03AB9CAC12B}" srcOrd="2" destOrd="0" presId="urn:microsoft.com/office/officeart/2018/2/layout/IconVerticalSolidList"/>
    <dgm:cxn modelId="{6FA9F4D3-96C3-4527-927D-4447FB88F789}" type="presParOf" srcId="{AA795C1C-DC44-47E7-BE41-83BB670D2E11}" destId="{AC106FA3-0840-497D-9385-A7527CD13582}" srcOrd="3" destOrd="0" presId="urn:microsoft.com/office/officeart/2018/2/layout/IconVerticalSolidList"/>
    <dgm:cxn modelId="{7C0F2E51-4B38-4695-A341-CBE16D04D229}" type="presParOf" srcId="{998A037B-BFCF-4F7D-9721-5576B06086A2}" destId="{A972C43A-F4B6-4F02-9676-887648F6B5DB}" srcOrd="5" destOrd="0" presId="urn:microsoft.com/office/officeart/2018/2/layout/IconVerticalSolidList"/>
    <dgm:cxn modelId="{16396CBB-718C-41F5-A7BC-29D01BE9BEC6}" type="presParOf" srcId="{998A037B-BFCF-4F7D-9721-5576B06086A2}" destId="{97057DF3-2EDE-4A8E-B2B4-DB9350AF0398}" srcOrd="6" destOrd="0" presId="urn:microsoft.com/office/officeart/2018/2/layout/IconVerticalSolidList"/>
    <dgm:cxn modelId="{4C132E15-C5C3-4DB2-97AA-E6E66FA2DD90}" type="presParOf" srcId="{97057DF3-2EDE-4A8E-B2B4-DB9350AF0398}" destId="{707856AB-BFDC-4C65-BFA7-B473C57AC69C}" srcOrd="0" destOrd="0" presId="urn:microsoft.com/office/officeart/2018/2/layout/IconVerticalSolidList"/>
    <dgm:cxn modelId="{F89B36BF-E0DE-4626-AB54-9B70B2D4069F}" type="presParOf" srcId="{97057DF3-2EDE-4A8E-B2B4-DB9350AF0398}" destId="{8FE2925D-6A67-4C10-B01D-5898BFDD06F7}" srcOrd="1" destOrd="0" presId="urn:microsoft.com/office/officeart/2018/2/layout/IconVerticalSolidList"/>
    <dgm:cxn modelId="{5DFDF09F-4BD0-4486-B304-13679479EEE3}" type="presParOf" srcId="{97057DF3-2EDE-4A8E-B2B4-DB9350AF0398}" destId="{2698E8C8-3D39-4DB4-B0D6-2CD36CCA1CDA}" srcOrd="2" destOrd="0" presId="urn:microsoft.com/office/officeart/2018/2/layout/IconVerticalSolidList"/>
    <dgm:cxn modelId="{761CC39E-831A-4434-B08A-B116EEF8D8DE}" type="presParOf" srcId="{97057DF3-2EDE-4A8E-B2B4-DB9350AF0398}" destId="{C4F40E44-7F40-44CC-A0AC-50CA0A6699C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9522CF0-A7C4-4353-B3FB-10DAFA4EF4F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D1499239-AAE9-4E6A-88FE-4427DB59AADB}">
      <dgm:prSet/>
      <dgm:spPr/>
      <dgm:t>
        <a:bodyPr/>
        <a:lstStyle/>
        <a:p>
          <a:r>
            <a:rPr lang="en-US"/>
            <a:t>• SQL – Data cleaning and transformation</a:t>
          </a:r>
        </a:p>
      </dgm:t>
    </dgm:pt>
    <dgm:pt modelId="{CBD93531-F918-4385-AF17-8C2BD8C1A458}" type="parTrans" cxnId="{F95D90C7-F7B0-4F17-98B2-6E4558FD02A2}">
      <dgm:prSet/>
      <dgm:spPr/>
      <dgm:t>
        <a:bodyPr/>
        <a:lstStyle/>
        <a:p>
          <a:endParaRPr lang="en-US"/>
        </a:p>
      </dgm:t>
    </dgm:pt>
    <dgm:pt modelId="{71AA74BA-B312-4C9E-9366-1E3FC8B38ADF}" type="sibTrans" cxnId="{F95D90C7-F7B0-4F17-98B2-6E4558FD02A2}">
      <dgm:prSet/>
      <dgm:spPr/>
      <dgm:t>
        <a:bodyPr/>
        <a:lstStyle/>
        <a:p>
          <a:endParaRPr lang="en-US"/>
        </a:p>
      </dgm:t>
    </dgm:pt>
    <dgm:pt modelId="{6B1C2A22-9165-4FAD-9C14-BE92D81353D5}">
      <dgm:prSet/>
      <dgm:spPr/>
      <dgm:t>
        <a:bodyPr/>
        <a:lstStyle/>
        <a:p>
          <a:r>
            <a:rPr lang="en-US"/>
            <a:t>• Power BI – Data visualization</a:t>
          </a:r>
        </a:p>
      </dgm:t>
    </dgm:pt>
    <dgm:pt modelId="{CE87E6CA-BAC3-497A-B05C-380F91F47451}" type="parTrans" cxnId="{E638879F-3B18-4417-A083-0848E42ABA7E}">
      <dgm:prSet/>
      <dgm:spPr/>
      <dgm:t>
        <a:bodyPr/>
        <a:lstStyle/>
        <a:p>
          <a:endParaRPr lang="en-US"/>
        </a:p>
      </dgm:t>
    </dgm:pt>
    <dgm:pt modelId="{D4069B90-07F6-4D6A-B4EB-94A374176E21}" type="sibTrans" cxnId="{E638879F-3B18-4417-A083-0848E42ABA7E}">
      <dgm:prSet/>
      <dgm:spPr/>
      <dgm:t>
        <a:bodyPr/>
        <a:lstStyle/>
        <a:p>
          <a:endParaRPr lang="en-US"/>
        </a:p>
      </dgm:t>
    </dgm:pt>
    <dgm:pt modelId="{6188D6C1-98BB-4FAA-924B-D8B055EB0E4B}">
      <dgm:prSet/>
      <dgm:spPr/>
      <dgm:t>
        <a:bodyPr/>
        <a:lstStyle/>
        <a:p>
          <a:r>
            <a:rPr lang="en-US"/>
            <a:t>• Banking dataset – Customer financial records</a:t>
          </a:r>
        </a:p>
      </dgm:t>
    </dgm:pt>
    <dgm:pt modelId="{0E8C890C-595A-47F7-B1F5-82E77B031401}" type="parTrans" cxnId="{D89EAA00-A477-4492-9053-3608F31C27FE}">
      <dgm:prSet/>
      <dgm:spPr/>
      <dgm:t>
        <a:bodyPr/>
        <a:lstStyle/>
        <a:p>
          <a:endParaRPr lang="en-US"/>
        </a:p>
      </dgm:t>
    </dgm:pt>
    <dgm:pt modelId="{39448424-49CD-4482-BA7E-163D41C75DE9}" type="sibTrans" cxnId="{D89EAA00-A477-4492-9053-3608F31C27FE}">
      <dgm:prSet/>
      <dgm:spPr/>
      <dgm:t>
        <a:bodyPr/>
        <a:lstStyle/>
        <a:p>
          <a:endParaRPr lang="en-US"/>
        </a:p>
      </dgm:t>
    </dgm:pt>
    <dgm:pt modelId="{B5A73C66-C581-424B-84C7-D7354571EA14}" type="pres">
      <dgm:prSet presAssocID="{C9522CF0-A7C4-4353-B3FB-10DAFA4EF4F5}" presName="root" presStyleCnt="0">
        <dgm:presLayoutVars>
          <dgm:dir/>
          <dgm:resizeHandles val="exact"/>
        </dgm:presLayoutVars>
      </dgm:prSet>
      <dgm:spPr/>
    </dgm:pt>
    <dgm:pt modelId="{950CCAEA-8BD7-407A-BDC6-B934ECAC6ABD}" type="pres">
      <dgm:prSet presAssocID="{D1499239-AAE9-4E6A-88FE-4427DB59AADB}" presName="compNode" presStyleCnt="0"/>
      <dgm:spPr/>
    </dgm:pt>
    <dgm:pt modelId="{BE4AC611-999F-4345-B551-F6E6CDA8352E}" type="pres">
      <dgm:prSet presAssocID="{D1499239-AAE9-4E6A-88FE-4427DB59AADB}" presName="bgRect" presStyleLbl="bgShp" presStyleIdx="0" presStyleCnt="3"/>
      <dgm:spPr/>
    </dgm:pt>
    <dgm:pt modelId="{FFB2BD94-D1E5-482F-B28B-22E145C43C71}" type="pres">
      <dgm:prSet presAssocID="{D1499239-AAE9-4E6A-88FE-4427DB59AAD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6814ADC-F196-4E66-BDA1-42B15DC0DF5C}" type="pres">
      <dgm:prSet presAssocID="{D1499239-AAE9-4E6A-88FE-4427DB59AADB}" presName="spaceRect" presStyleCnt="0"/>
      <dgm:spPr/>
    </dgm:pt>
    <dgm:pt modelId="{06F48057-E24A-4833-899F-677B1EB79B75}" type="pres">
      <dgm:prSet presAssocID="{D1499239-AAE9-4E6A-88FE-4427DB59AADB}" presName="parTx" presStyleLbl="revTx" presStyleIdx="0" presStyleCnt="3">
        <dgm:presLayoutVars>
          <dgm:chMax val="0"/>
          <dgm:chPref val="0"/>
        </dgm:presLayoutVars>
      </dgm:prSet>
      <dgm:spPr/>
    </dgm:pt>
    <dgm:pt modelId="{BC82778C-858A-414A-8AA1-F55F7811D514}" type="pres">
      <dgm:prSet presAssocID="{71AA74BA-B312-4C9E-9366-1E3FC8B38ADF}" presName="sibTrans" presStyleCnt="0"/>
      <dgm:spPr/>
    </dgm:pt>
    <dgm:pt modelId="{8C9FC016-65EA-4D97-ADBD-C9DDC37EEDFB}" type="pres">
      <dgm:prSet presAssocID="{6B1C2A22-9165-4FAD-9C14-BE92D81353D5}" presName="compNode" presStyleCnt="0"/>
      <dgm:spPr/>
    </dgm:pt>
    <dgm:pt modelId="{ADC87DCE-3A3E-404F-B7A2-1C82055F4304}" type="pres">
      <dgm:prSet presAssocID="{6B1C2A22-9165-4FAD-9C14-BE92D81353D5}" presName="bgRect" presStyleLbl="bgShp" presStyleIdx="1" presStyleCnt="3"/>
      <dgm:spPr/>
    </dgm:pt>
    <dgm:pt modelId="{270814D7-59CD-42C7-A806-983C1271806A}" type="pres">
      <dgm:prSet presAssocID="{6B1C2A22-9165-4FAD-9C14-BE92D81353D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B09D38E5-72F6-42CB-A9F7-3F5180C24856}" type="pres">
      <dgm:prSet presAssocID="{6B1C2A22-9165-4FAD-9C14-BE92D81353D5}" presName="spaceRect" presStyleCnt="0"/>
      <dgm:spPr/>
    </dgm:pt>
    <dgm:pt modelId="{7FE6D51B-8D99-437F-B3E9-D92B83221825}" type="pres">
      <dgm:prSet presAssocID="{6B1C2A22-9165-4FAD-9C14-BE92D81353D5}" presName="parTx" presStyleLbl="revTx" presStyleIdx="1" presStyleCnt="3">
        <dgm:presLayoutVars>
          <dgm:chMax val="0"/>
          <dgm:chPref val="0"/>
        </dgm:presLayoutVars>
      </dgm:prSet>
      <dgm:spPr/>
    </dgm:pt>
    <dgm:pt modelId="{2B63C29F-09CE-4EFA-A793-F0A96D89C403}" type="pres">
      <dgm:prSet presAssocID="{D4069B90-07F6-4D6A-B4EB-94A374176E21}" presName="sibTrans" presStyleCnt="0"/>
      <dgm:spPr/>
    </dgm:pt>
    <dgm:pt modelId="{20C172E6-B6B1-4F7A-8063-51123F3FFEBE}" type="pres">
      <dgm:prSet presAssocID="{6188D6C1-98BB-4FAA-924B-D8B055EB0E4B}" presName="compNode" presStyleCnt="0"/>
      <dgm:spPr/>
    </dgm:pt>
    <dgm:pt modelId="{451521CE-425A-48A7-8E08-540DB5B364A2}" type="pres">
      <dgm:prSet presAssocID="{6188D6C1-98BB-4FAA-924B-D8B055EB0E4B}" presName="bgRect" presStyleLbl="bgShp" presStyleIdx="2" presStyleCnt="3"/>
      <dgm:spPr/>
    </dgm:pt>
    <dgm:pt modelId="{BF427F5E-DEA4-42A5-AF71-3AD45BFF19C5}" type="pres">
      <dgm:prSet presAssocID="{6188D6C1-98BB-4FAA-924B-D8B055EB0E4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ing Cards"/>
        </a:ext>
      </dgm:extLst>
    </dgm:pt>
    <dgm:pt modelId="{97CB3C68-77FC-4341-8BFE-5BC7B75153EB}" type="pres">
      <dgm:prSet presAssocID="{6188D6C1-98BB-4FAA-924B-D8B055EB0E4B}" presName="spaceRect" presStyleCnt="0"/>
      <dgm:spPr/>
    </dgm:pt>
    <dgm:pt modelId="{1DFA9854-6D39-4BEB-85DD-8282B0AA608C}" type="pres">
      <dgm:prSet presAssocID="{6188D6C1-98BB-4FAA-924B-D8B055EB0E4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89EAA00-A477-4492-9053-3608F31C27FE}" srcId="{C9522CF0-A7C4-4353-B3FB-10DAFA4EF4F5}" destId="{6188D6C1-98BB-4FAA-924B-D8B055EB0E4B}" srcOrd="2" destOrd="0" parTransId="{0E8C890C-595A-47F7-B1F5-82E77B031401}" sibTransId="{39448424-49CD-4482-BA7E-163D41C75DE9}"/>
    <dgm:cxn modelId="{9ADC0C0D-E943-485D-ADFA-540D8F21726A}" type="presOf" srcId="{C9522CF0-A7C4-4353-B3FB-10DAFA4EF4F5}" destId="{B5A73C66-C581-424B-84C7-D7354571EA14}" srcOrd="0" destOrd="0" presId="urn:microsoft.com/office/officeart/2018/2/layout/IconVerticalSolidList"/>
    <dgm:cxn modelId="{2F14C231-DB93-4FDF-9681-2C2CE4D2F42A}" type="presOf" srcId="{6B1C2A22-9165-4FAD-9C14-BE92D81353D5}" destId="{7FE6D51B-8D99-437F-B3E9-D92B83221825}" srcOrd="0" destOrd="0" presId="urn:microsoft.com/office/officeart/2018/2/layout/IconVerticalSolidList"/>
    <dgm:cxn modelId="{1BBC0A67-1F10-46A2-855D-58FD41A9256D}" type="presOf" srcId="{D1499239-AAE9-4E6A-88FE-4427DB59AADB}" destId="{06F48057-E24A-4833-899F-677B1EB79B75}" srcOrd="0" destOrd="0" presId="urn:microsoft.com/office/officeart/2018/2/layout/IconVerticalSolidList"/>
    <dgm:cxn modelId="{1FD5A191-F9A7-4483-B854-37707C2002B7}" type="presOf" srcId="{6188D6C1-98BB-4FAA-924B-D8B055EB0E4B}" destId="{1DFA9854-6D39-4BEB-85DD-8282B0AA608C}" srcOrd="0" destOrd="0" presId="urn:microsoft.com/office/officeart/2018/2/layout/IconVerticalSolidList"/>
    <dgm:cxn modelId="{E638879F-3B18-4417-A083-0848E42ABA7E}" srcId="{C9522CF0-A7C4-4353-B3FB-10DAFA4EF4F5}" destId="{6B1C2A22-9165-4FAD-9C14-BE92D81353D5}" srcOrd="1" destOrd="0" parTransId="{CE87E6CA-BAC3-497A-B05C-380F91F47451}" sibTransId="{D4069B90-07F6-4D6A-B4EB-94A374176E21}"/>
    <dgm:cxn modelId="{F95D90C7-F7B0-4F17-98B2-6E4558FD02A2}" srcId="{C9522CF0-A7C4-4353-B3FB-10DAFA4EF4F5}" destId="{D1499239-AAE9-4E6A-88FE-4427DB59AADB}" srcOrd="0" destOrd="0" parTransId="{CBD93531-F918-4385-AF17-8C2BD8C1A458}" sibTransId="{71AA74BA-B312-4C9E-9366-1E3FC8B38ADF}"/>
    <dgm:cxn modelId="{9689DF01-9E82-4C04-B319-38FEA784B728}" type="presParOf" srcId="{B5A73C66-C581-424B-84C7-D7354571EA14}" destId="{950CCAEA-8BD7-407A-BDC6-B934ECAC6ABD}" srcOrd="0" destOrd="0" presId="urn:microsoft.com/office/officeart/2018/2/layout/IconVerticalSolidList"/>
    <dgm:cxn modelId="{AE4201D0-4E63-4FBD-A6DB-F253AB2140AD}" type="presParOf" srcId="{950CCAEA-8BD7-407A-BDC6-B934ECAC6ABD}" destId="{BE4AC611-999F-4345-B551-F6E6CDA8352E}" srcOrd="0" destOrd="0" presId="urn:microsoft.com/office/officeart/2018/2/layout/IconVerticalSolidList"/>
    <dgm:cxn modelId="{0A6C580F-3B03-4C6A-86EF-2142A78AAC2B}" type="presParOf" srcId="{950CCAEA-8BD7-407A-BDC6-B934ECAC6ABD}" destId="{FFB2BD94-D1E5-482F-B28B-22E145C43C71}" srcOrd="1" destOrd="0" presId="urn:microsoft.com/office/officeart/2018/2/layout/IconVerticalSolidList"/>
    <dgm:cxn modelId="{06186AEF-4E22-46C3-90E9-0DC548A2D88D}" type="presParOf" srcId="{950CCAEA-8BD7-407A-BDC6-B934ECAC6ABD}" destId="{36814ADC-F196-4E66-BDA1-42B15DC0DF5C}" srcOrd="2" destOrd="0" presId="urn:microsoft.com/office/officeart/2018/2/layout/IconVerticalSolidList"/>
    <dgm:cxn modelId="{BF70C59E-CFAC-440B-B41B-980325CA46E9}" type="presParOf" srcId="{950CCAEA-8BD7-407A-BDC6-B934ECAC6ABD}" destId="{06F48057-E24A-4833-899F-677B1EB79B75}" srcOrd="3" destOrd="0" presId="urn:microsoft.com/office/officeart/2018/2/layout/IconVerticalSolidList"/>
    <dgm:cxn modelId="{1D70177F-CA24-4A38-90C5-2BA65C40CF1C}" type="presParOf" srcId="{B5A73C66-C581-424B-84C7-D7354571EA14}" destId="{BC82778C-858A-414A-8AA1-F55F7811D514}" srcOrd="1" destOrd="0" presId="urn:microsoft.com/office/officeart/2018/2/layout/IconVerticalSolidList"/>
    <dgm:cxn modelId="{03B3CD5A-BD75-42F0-B4B3-EC3E7D1BA326}" type="presParOf" srcId="{B5A73C66-C581-424B-84C7-D7354571EA14}" destId="{8C9FC016-65EA-4D97-ADBD-C9DDC37EEDFB}" srcOrd="2" destOrd="0" presId="urn:microsoft.com/office/officeart/2018/2/layout/IconVerticalSolidList"/>
    <dgm:cxn modelId="{89197CB3-EBC3-4BC4-927D-EA9F8FE4F356}" type="presParOf" srcId="{8C9FC016-65EA-4D97-ADBD-C9DDC37EEDFB}" destId="{ADC87DCE-3A3E-404F-B7A2-1C82055F4304}" srcOrd="0" destOrd="0" presId="urn:microsoft.com/office/officeart/2018/2/layout/IconVerticalSolidList"/>
    <dgm:cxn modelId="{01903157-2D76-41BC-B143-2DFAEF5BFC04}" type="presParOf" srcId="{8C9FC016-65EA-4D97-ADBD-C9DDC37EEDFB}" destId="{270814D7-59CD-42C7-A806-983C1271806A}" srcOrd="1" destOrd="0" presId="urn:microsoft.com/office/officeart/2018/2/layout/IconVerticalSolidList"/>
    <dgm:cxn modelId="{82077763-663E-484C-BE7D-7FF30E7FD8BD}" type="presParOf" srcId="{8C9FC016-65EA-4D97-ADBD-C9DDC37EEDFB}" destId="{B09D38E5-72F6-42CB-A9F7-3F5180C24856}" srcOrd="2" destOrd="0" presId="urn:microsoft.com/office/officeart/2018/2/layout/IconVerticalSolidList"/>
    <dgm:cxn modelId="{776DCFF6-6407-49DC-8FDB-C14D5C9E30AA}" type="presParOf" srcId="{8C9FC016-65EA-4D97-ADBD-C9DDC37EEDFB}" destId="{7FE6D51B-8D99-437F-B3E9-D92B83221825}" srcOrd="3" destOrd="0" presId="urn:microsoft.com/office/officeart/2018/2/layout/IconVerticalSolidList"/>
    <dgm:cxn modelId="{DF86718E-3E58-4CE1-8C7E-8C3DD6EA1555}" type="presParOf" srcId="{B5A73C66-C581-424B-84C7-D7354571EA14}" destId="{2B63C29F-09CE-4EFA-A793-F0A96D89C403}" srcOrd="3" destOrd="0" presId="urn:microsoft.com/office/officeart/2018/2/layout/IconVerticalSolidList"/>
    <dgm:cxn modelId="{D93FF988-5676-462D-9AC5-724FE8DED4F1}" type="presParOf" srcId="{B5A73C66-C581-424B-84C7-D7354571EA14}" destId="{20C172E6-B6B1-4F7A-8063-51123F3FFEBE}" srcOrd="4" destOrd="0" presId="urn:microsoft.com/office/officeart/2018/2/layout/IconVerticalSolidList"/>
    <dgm:cxn modelId="{5CCBCDD5-E343-4AC2-98CB-54CFC9213F34}" type="presParOf" srcId="{20C172E6-B6B1-4F7A-8063-51123F3FFEBE}" destId="{451521CE-425A-48A7-8E08-540DB5B364A2}" srcOrd="0" destOrd="0" presId="urn:microsoft.com/office/officeart/2018/2/layout/IconVerticalSolidList"/>
    <dgm:cxn modelId="{6B6441CD-9A6A-4BD0-B3F5-A51B3578EF80}" type="presParOf" srcId="{20C172E6-B6B1-4F7A-8063-51123F3FFEBE}" destId="{BF427F5E-DEA4-42A5-AF71-3AD45BFF19C5}" srcOrd="1" destOrd="0" presId="urn:microsoft.com/office/officeart/2018/2/layout/IconVerticalSolidList"/>
    <dgm:cxn modelId="{59489057-EECC-416B-BCFD-B31863E3182C}" type="presParOf" srcId="{20C172E6-B6B1-4F7A-8063-51123F3FFEBE}" destId="{97CB3C68-77FC-4341-8BFE-5BC7B75153EB}" srcOrd="2" destOrd="0" presId="urn:microsoft.com/office/officeart/2018/2/layout/IconVerticalSolidList"/>
    <dgm:cxn modelId="{F39C3E1D-A7FB-40D9-9652-FDA2DC1410BA}" type="presParOf" srcId="{20C172E6-B6B1-4F7A-8063-51123F3FFEBE}" destId="{1DFA9854-6D39-4BEB-85DD-8282B0AA608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F566629-D173-4685-A6A7-2552761BED93}" type="doc">
      <dgm:prSet loTypeId="urn:microsoft.com/office/officeart/2005/8/layout/cycle6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8AD7C7D-817E-4646-97A7-914F4C4C3FE1}">
      <dgm:prSet/>
      <dgm:spPr/>
      <dgm:t>
        <a:bodyPr/>
        <a:lstStyle/>
        <a:p>
          <a:r>
            <a:rPr lang="en-US"/>
            <a:t>• Standardized data types for financial columns</a:t>
          </a:r>
        </a:p>
      </dgm:t>
    </dgm:pt>
    <dgm:pt modelId="{C05CF512-7284-4F42-A738-7B5A24531235}" type="parTrans" cxnId="{ADFBF51E-B2B1-4F64-88F5-2DDA8B3699F9}">
      <dgm:prSet/>
      <dgm:spPr/>
      <dgm:t>
        <a:bodyPr/>
        <a:lstStyle/>
        <a:p>
          <a:endParaRPr lang="en-US"/>
        </a:p>
      </dgm:t>
    </dgm:pt>
    <dgm:pt modelId="{AE76A5BF-4F00-4F3A-A6FF-31D066F92BAD}" type="sibTrans" cxnId="{ADFBF51E-B2B1-4F64-88F5-2DDA8B3699F9}">
      <dgm:prSet/>
      <dgm:spPr/>
      <dgm:t>
        <a:bodyPr/>
        <a:lstStyle/>
        <a:p>
          <a:endParaRPr lang="en-US"/>
        </a:p>
      </dgm:t>
    </dgm:pt>
    <dgm:pt modelId="{D0DC385C-1592-4308-91B7-9ECFA39C9F66}">
      <dgm:prSet/>
      <dgm:spPr/>
      <dgm:t>
        <a:bodyPr/>
        <a:lstStyle/>
        <a:p>
          <a:r>
            <a:rPr lang="en-US"/>
            <a:t>• Renamed inconsistent column names</a:t>
          </a:r>
        </a:p>
      </dgm:t>
    </dgm:pt>
    <dgm:pt modelId="{4804BB2D-DE91-4A7D-9511-4F0BB3DD2F62}" type="parTrans" cxnId="{1B29A2FC-1FCF-480C-A9CD-CB869215700F}">
      <dgm:prSet/>
      <dgm:spPr/>
      <dgm:t>
        <a:bodyPr/>
        <a:lstStyle/>
        <a:p>
          <a:endParaRPr lang="en-US"/>
        </a:p>
      </dgm:t>
    </dgm:pt>
    <dgm:pt modelId="{BF64E15C-2925-41AC-9F76-0E4C2AFDD41B}" type="sibTrans" cxnId="{1B29A2FC-1FCF-480C-A9CD-CB869215700F}">
      <dgm:prSet/>
      <dgm:spPr/>
      <dgm:t>
        <a:bodyPr/>
        <a:lstStyle/>
        <a:p>
          <a:endParaRPr lang="en-US"/>
        </a:p>
      </dgm:t>
    </dgm:pt>
    <dgm:pt modelId="{6EDE37CB-6390-4A5E-9C7F-D576D5DF77CA}">
      <dgm:prSet/>
      <dgm:spPr/>
      <dgm:t>
        <a:bodyPr/>
        <a:lstStyle/>
        <a:p>
          <a:r>
            <a:rPr lang="en-US"/>
            <a:t>• Handled missing and zero values</a:t>
          </a:r>
        </a:p>
      </dgm:t>
    </dgm:pt>
    <dgm:pt modelId="{925FF6E5-C99E-4953-A518-EA0665791DD6}" type="parTrans" cxnId="{87964556-B243-4E5F-B3F5-B718AD5AD642}">
      <dgm:prSet/>
      <dgm:spPr/>
      <dgm:t>
        <a:bodyPr/>
        <a:lstStyle/>
        <a:p>
          <a:endParaRPr lang="en-US"/>
        </a:p>
      </dgm:t>
    </dgm:pt>
    <dgm:pt modelId="{B7222146-D2A0-4EF9-81E2-570071DB694F}" type="sibTrans" cxnId="{87964556-B243-4E5F-B3F5-B718AD5AD642}">
      <dgm:prSet/>
      <dgm:spPr/>
      <dgm:t>
        <a:bodyPr/>
        <a:lstStyle/>
        <a:p>
          <a:endParaRPr lang="en-US"/>
        </a:p>
      </dgm:t>
    </dgm:pt>
    <dgm:pt modelId="{99952FCF-77A4-451E-B272-C986E21C1388}">
      <dgm:prSet/>
      <dgm:spPr/>
      <dgm:t>
        <a:bodyPr/>
        <a:lstStyle/>
        <a:p>
          <a:r>
            <a:rPr lang="en-US"/>
            <a:t>• Removed duplicate customer records</a:t>
          </a:r>
        </a:p>
      </dgm:t>
    </dgm:pt>
    <dgm:pt modelId="{F4D8530B-96FF-40EA-928A-430F1B61A7CF}" type="parTrans" cxnId="{2A2495F3-FA2B-491B-9CA5-680E244D7E96}">
      <dgm:prSet/>
      <dgm:spPr/>
      <dgm:t>
        <a:bodyPr/>
        <a:lstStyle/>
        <a:p>
          <a:endParaRPr lang="en-US"/>
        </a:p>
      </dgm:t>
    </dgm:pt>
    <dgm:pt modelId="{372A001D-B11F-4BAA-817C-38A3F8CFD310}" type="sibTrans" cxnId="{2A2495F3-FA2B-491B-9CA5-680E244D7E96}">
      <dgm:prSet/>
      <dgm:spPr/>
      <dgm:t>
        <a:bodyPr/>
        <a:lstStyle/>
        <a:p>
          <a:endParaRPr lang="en-US"/>
        </a:p>
      </dgm:t>
    </dgm:pt>
    <dgm:pt modelId="{D733ACF1-05E5-4444-BFB1-E72A69B8A89E}">
      <dgm:prSet/>
      <dgm:spPr/>
      <dgm:t>
        <a:bodyPr/>
        <a:lstStyle/>
        <a:p>
          <a:r>
            <a:rPr lang="en-US"/>
            <a:t>• Standardized text fields such as names and IDs</a:t>
          </a:r>
        </a:p>
      </dgm:t>
    </dgm:pt>
    <dgm:pt modelId="{676778C0-5215-4A98-B3C8-56200CF2DE26}" type="parTrans" cxnId="{829DE281-45F6-4669-8AFA-0C6565FD16A1}">
      <dgm:prSet/>
      <dgm:spPr/>
      <dgm:t>
        <a:bodyPr/>
        <a:lstStyle/>
        <a:p>
          <a:endParaRPr lang="en-US"/>
        </a:p>
      </dgm:t>
    </dgm:pt>
    <dgm:pt modelId="{EBCFD222-1D94-4EBB-BCC5-3545BAEBC625}" type="sibTrans" cxnId="{829DE281-45F6-4669-8AFA-0C6565FD16A1}">
      <dgm:prSet/>
      <dgm:spPr/>
      <dgm:t>
        <a:bodyPr/>
        <a:lstStyle/>
        <a:p>
          <a:endParaRPr lang="en-US"/>
        </a:p>
      </dgm:t>
    </dgm:pt>
    <dgm:pt modelId="{F8D8AA4A-1CFA-412D-B7A0-103B9B308F32}" type="pres">
      <dgm:prSet presAssocID="{DF566629-D173-4685-A6A7-2552761BED93}" presName="cycle" presStyleCnt="0">
        <dgm:presLayoutVars>
          <dgm:dir/>
          <dgm:resizeHandles val="exact"/>
        </dgm:presLayoutVars>
      </dgm:prSet>
      <dgm:spPr/>
    </dgm:pt>
    <dgm:pt modelId="{0F8DBBB7-F1C9-49A5-A114-97CEC9D41CE2}" type="pres">
      <dgm:prSet presAssocID="{D8AD7C7D-817E-4646-97A7-914F4C4C3FE1}" presName="node" presStyleLbl="node1" presStyleIdx="0" presStyleCnt="5">
        <dgm:presLayoutVars>
          <dgm:bulletEnabled val="1"/>
        </dgm:presLayoutVars>
      </dgm:prSet>
      <dgm:spPr/>
    </dgm:pt>
    <dgm:pt modelId="{77E3AB59-5687-4C44-9EB3-861FA2656DA5}" type="pres">
      <dgm:prSet presAssocID="{D8AD7C7D-817E-4646-97A7-914F4C4C3FE1}" presName="spNode" presStyleCnt="0"/>
      <dgm:spPr/>
    </dgm:pt>
    <dgm:pt modelId="{698A9C24-FCF8-41DF-B267-B711B949DF37}" type="pres">
      <dgm:prSet presAssocID="{AE76A5BF-4F00-4F3A-A6FF-31D066F92BAD}" presName="sibTrans" presStyleLbl="sibTrans1D1" presStyleIdx="0" presStyleCnt="5"/>
      <dgm:spPr/>
    </dgm:pt>
    <dgm:pt modelId="{43F104F1-420B-493A-954F-73435E321BC3}" type="pres">
      <dgm:prSet presAssocID="{D0DC385C-1592-4308-91B7-9ECFA39C9F66}" presName="node" presStyleLbl="node1" presStyleIdx="1" presStyleCnt="5">
        <dgm:presLayoutVars>
          <dgm:bulletEnabled val="1"/>
        </dgm:presLayoutVars>
      </dgm:prSet>
      <dgm:spPr/>
    </dgm:pt>
    <dgm:pt modelId="{AD3976DF-61D4-48B4-8B48-A49E70F2DAF4}" type="pres">
      <dgm:prSet presAssocID="{D0DC385C-1592-4308-91B7-9ECFA39C9F66}" presName="spNode" presStyleCnt="0"/>
      <dgm:spPr/>
    </dgm:pt>
    <dgm:pt modelId="{081B730B-AFEE-4C39-A81D-1263E77C5EA3}" type="pres">
      <dgm:prSet presAssocID="{BF64E15C-2925-41AC-9F76-0E4C2AFDD41B}" presName="sibTrans" presStyleLbl="sibTrans1D1" presStyleIdx="1" presStyleCnt="5"/>
      <dgm:spPr/>
    </dgm:pt>
    <dgm:pt modelId="{909A869D-B3CF-4C26-8B96-0230217280EB}" type="pres">
      <dgm:prSet presAssocID="{6EDE37CB-6390-4A5E-9C7F-D576D5DF77CA}" presName="node" presStyleLbl="node1" presStyleIdx="2" presStyleCnt="5">
        <dgm:presLayoutVars>
          <dgm:bulletEnabled val="1"/>
        </dgm:presLayoutVars>
      </dgm:prSet>
      <dgm:spPr/>
    </dgm:pt>
    <dgm:pt modelId="{66F33312-A2A3-489D-99D3-EA1469F45A1B}" type="pres">
      <dgm:prSet presAssocID="{6EDE37CB-6390-4A5E-9C7F-D576D5DF77CA}" presName="spNode" presStyleCnt="0"/>
      <dgm:spPr/>
    </dgm:pt>
    <dgm:pt modelId="{FA5B1919-B569-4E6C-B3B8-95542174C74C}" type="pres">
      <dgm:prSet presAssocID="{B7222146-D2A0-4EF9-81E2-570071DB694F}" presName="sibTrans" presStyleLbl="sibTrans1D1" presStyleIdx="2" presStyleCnt="5"/>
      <dgm:spPr/>
    </dgm:pt>
    <dgm:pt modelId="{ACA31DC9-1724-41E4-9D67-6A121482607D}" type="pres">
      <dgm:prSet presAssocID="{99952FCF-77A4-451E-B272-C986E21C1388}" presName="node" presStyleLbl="node1" presStyleIdx="3" presStyleCnt="5">
        <dgm:presLayoutVars>
          <dgm:bulletEnabled val="1"/>
        </dgm:presLayoutVars>
      </dgm:prSet>
      <dgm:spPr/>
    </dgm:pt>
    <dgm:pt modelId="{C34E9B53-FE58-4A3F-87F1-7C7A3B250F2E}" type="pres">
      <dgm:prSet presAssocID="{99952FCF-77A4-451E-B272-C986E21C1388}" presName="spNode" presStyleCnt="0"/>
      <dgm:spPr/>
    </dgm:pt>
    <dgm:pt modelId="{58992581-9902-4627-9A53-84424343BBBD}" type="pres">
      <dgm:prSet presAssocID="{372A001D-B11F-4BAA-817C-38A3F8CFD310}" presName="sibTrans" presStyleLbl="sibTrans1D1" presStyleIdx="3" presStyleCnt="5"/>
      <dgm:spPr/>
    </dgm:pt>
    <dgm:pt modelId="{428B4179-FC05-49F8-9DA8-EF71449825E8}" type="pres">
      <dgm:prSet presAssocID="{D733ACF1-05E5-4444-BFB1-E72A69B8A89E}" presName="node" presStyleLbl="node1" presStyleIdx="4" presStyleCnt="5">
        <dgm:presLayoutVars>
          <dgm:bulletEnabled val="1"/>
        </dgm:presLayoutVars>
      </dgm:prSet>
      <dgm:spPr/>
    </dgm:pt>
    <dgm:pt modelId="{C36F1893-E503-471A-AFAE-0077833D25AD}" type="pres">
      <dgm:prSet presAssocID="{D733ACF1-05E5-4444-BFB1-E72A69B8A89E}" presName="spNode" presStyleCnt="0"/>
      <dgm:spPr/>
    </dgm:pt>
    <dgm:pt modelId="{3AB36DEC-9FA5-44E1-8001-5DA440C18BF9}" type="pres">
      <dgm:prSet presAssocID="{EBCFD222-1D94-4EBB-BCC5-3545BAEBC625}" presName="sibTrans" presStyleLbl="sibTrans1D1" presStyleIdx="4" presStyleCnt="5"/>
      <dgm:spPr/>
    </dgm:pt>
  </dgm:ptLst>
  <dgm:cxnLst>
    <dgm:cxn modelId="{1A38A609-998F-465F-B641-C20387726E99}" type="presOf" srcId="{AE76A5BF-4F00-4F3A-A6FF-31D066F92BAD}" destId="{698A9C24-FCF8-41DF-B267-B711B949DF37}" srcOrd="0" destOrd="0" presId="urn:microsoft.com/office/officeart/2005/8/layout/cycle6"/>
    <dgm:cxn modelId="{11FF360D-2AB5-4FE2-A4AB-845D10C32131}" type="presOf" srcId="{BF64E15C-2925-41AC-9F76-0E4C2AFDD41B}" destId="{081B730B-AFEE-4C39-A81D-1263E77C5EA3}" srcOrd="0" destOrd="0" presId="urn:microsoft.com/office/officeart/2005/8/layout/cycle6"/>
    <dgm:cxn modelId="{ADFBF51E-B2B1-4F64-88F5-2DDA8B3699F9}" srcId="{DF566629-D173-4685-A6A7-2552761BED93}" destId="{D8AD7C7D-817E-4646-97A7-914F4C4C3FE1}" srcOrd="0" destOrd="0" parTransId="{C05CF512-7284-4F42-A738-7B5A24531235}" sibTransId="{AE76A5BF-4F00-4F3A-A6FF-31D066F92BAD}"/>
    <dgm:cxn modelId="{DE46342E-6A2D-4670-BBCE-1B61EEC0EDE1}" type="presOf" srcId="{B7222146-D2A0-4EF9-81E2-570071DB694F}" destId="{FA5B1919-B569-4E6C-B3B8-95542174C74C}" srcOrd="0" destOrd="0" presId="urn:microsoft.com/office/officeart/2005/8/layout/cycle6"/>
    <dgm:cxn modelId="{59E95F4A-45BF-483D-A40C-0914ADCDAE3A}" type="presOf" srcId="{6EDE37CB-6390-4A5E-9C7F-D576D5DF77CA}" destId="{909A869D-B3CF-4C26-8B96-0230217280EB}" srcOrd="0" destOrd="0" presId="urn:microsoft.com/office/officeart/2005/8/layout/cycle6"/>
    <dgm:cxn modelId="{87964556-B243-4E5F-B3F5-B718AD5AD642}" srcId="{DF566629-D173-4685-A6A7-2552761BED93}" destId="{6EDE37CB-6390-4A5E-9C7F-D576D5DF77CA}" srcOrd="2" destOrd="0" parTransId="{925FF6E5-C99E-4953-A518-EA0665791DD6}" sibTransId="{B7222146-D2A0-4EF9-81E2-570071DB694F}"/>
    <dgm:cxn modelId="{63A16A5A-39C9-4F84-BB36-79B5DB31EE3F}" type="presOf" srcId="{EBCFD222-1D94-4EBB-BCC5-3545BAEBC625}" destId="{3AB36DEC-9FA5-44E1-8001-5DA440C18BF9}" srcOrd="0" destOrd="0" presId="urn:microsoft.com/office/officeart/2005/8/layout/cycle6"/>
    <dgm:cxn modelId="{829DE281-45F6-4669-8AFA-0C6565FD16A1}" srcId="{DF566629-D173-4685-A6A7-2552761BED93}" destId="{D733ACF1-05E5-4444-BFB1-E72A69B8A89E}" srcOrd="4" destOrd="0" parTransId="{676778C0-5215-4A98-B3C8-56200CF2DE26}" sibTransId="{EBCFD222-1D94-4EBB-BCC5-3545BAEBC625}"/>
    <dgm:cxn modelId="{B339849F-AB1B-4BD5-844D-8946995431DB}" type="presOf" srcId="{D733ACF1-05E5-4444-BFB1-E72A69B8A89E}" destId="{428B4179-FC05-49F8-9DA8-EF71449825E8}" srcOrd="0" destOrd="0" presId="urn:microsoft.com/office/officeart/2005/8/layout/cycle6"/>
    <dgm:cxn modelId="{470211DD-778D-47B7-B43F-63C185D20056}" type="presOf" srcId="{99952FCF-77A4-451E-B272-C986E21C1388}" destId="{ACA31DC9-1724-41E4-9D67-6A121482607D}" srcOrd="0" destOrd="0" presId="urn:microsoft.com/office/officeart/2005/8/layout/cycle6"/>
    <dgm:cxn modelId="{81E76EE2-96CF-4B44-A291-38715EF48BC6}" type="presOf" srcId="{D0DC385C-1592-4308-91B7-9ECFA39C9F66}" destId="{43F104F1-420B-493A-954F-73435E321BC3}" srcOrd="0" destOrd="0" presId="urn:microsoft.com/office/officeart/2005/8/layout/cycle6"/>
    <dgm:cxn modelId="{B983C1E9-84AF-49F5-9D22-29AA15E176E4}" type="presOf" srcId="{372A001D-B11F-4BAA-817C-38A3F8CFD310}" destId="{58992581-9902-4627-9A53-84424343BBBD}" srcOrd="0" destOrd="0" presId="urn:microsoft.com/office/officeart/2005/8/layout/cycle6"/>
    <dgm:cxn modelId="{2A2495F3-FA2B-491B-9CA5-680E244D7E96}" srcId="{DF566629-D173-4685-A6A7-2552761BED93}" destId="{99952FCF-77A4-451E-B272-C986E21C1388}" srcOrd="3" destOrd="0" parTransId="{F4D8530B-96FF-40EA-928A-430F1B61A7CF}" sibTransId="{372A001D-B11F-4BAA-817C-38A3F8CFD310}"/>
    <dgm:cxn modelId="{83A929F5-DD69-4A9A-9A9C-180C12E87885}" type="presOf" srcId="{DF566629-D173-4685-A6A7-2552761BED93}" destId="{F8D8AA4A-1CFA-412D-B7A0-103B9B308F32}" srcOrd="0" destOrd="0" presId="urn:microsoft.com/office/officeart/2005/8/layout/cycle6"/>
    <dgm:cxn modelId="{1B29A2FC-1FCF-480C-A9CD-CB869215700F}" srcId="{DF566629-D173-4685-A6A7-2552761BED93}" destId="{D0DC385C-1592-4308-91B7-9ECFA39C9F66}" srcOrd="1" destOrd="0" parTransId="{4804BB2D-DE91-4A7D-9511-4F0BB3DD2F62}" sibTransId="{BF64E15C-2925-41AC-9F76-0E4C2AFDD41B}"/>
    <dgm:cxn modelId="{43244CFD-C766-48FC-8904-79080DF198B7}" type="presOf" srcId="{D8AD7C7D-817E-4646-97A7-914F4C4C3FE1}" destId="{0F8DBBB7-F1C9-49A5-A114-97CEC9D41CE2}" srcOrd="0" destOrd="0" presId="urn:microsoft.com/office/officeart/2005/8/layout/cycle6"/>
    <dgm:cxn modelId="{F221EF50-2F1C-4DF1-8105-D2705D0D3A9C}" type="presParOf" srcId="{F8D8AA4A-1CFA-412D-B7A0-103B9B308F32}" destId="{0F8DBBB7-F1C9-49A5-A114-97CEC9D41CE2}" srcOrd="0" destOrd="0" presId="urn:microsoft.com/office/officeart/2005/8/layout/cycle6"/>
    <dgm:cxn modelId="{EACEA42C-17E7-484D-B57C-DA0325EA0837}" type="presParOf" srcId="{F8D8AA4A-1CFA-412D-B7A0-103B9B308F32}" destId="{77E3AB59-5687-4C44-9EB3-861FA2656DA5}" srcOrd="1" destOrd="0" presId="urn:microsoft.com/office/officeart/2005/8/layout/cycle6"/>
    <dgm:cxn modelId="{C59D2C07-D709-4F69-8D7F-E77D6799653F}" type="presParOf" srcId="{F8D8AA4A-1CFA-412D-B7A0-103B9B308F32}" destId="{698A9C24-FCF8-41DF-B267-B711B949DF37}" srcOrd="2" destOrd="0" presId="urn:microsoft.com/office/officeart/2005/8/layout/cycle6"/>
    <dgm:cxn modelId="{2214234F-A8EA-4BAC-8F39-3C340AA8B991}" type="presParOf" srcId="{F8D8AA4A-1CFA-412D-B7A0-103B9B308F32}" destId="{43F104F1-420B-493A-954F-73435E321BC3}" srcOrd="3" destOrd="0" presId="urn:microsoft.com/office/officeart/2005/8/layout/cycle6"/>
    <dgm:cxn modelId="{8A5FB324-031F-4CAB-9A98-5F3CA3DFE1A3}" type="presParOf" srcId="{F8D8AA4A-1CFA-412D-B7A0-103B9B308F32}" destId="{AD3976DF-61D4-48B4-8B48-A49E70F2DAF4}" srcOrd="4" destOrd="0" presId="urn:microsoft.com/office/officeart/2005/8/layout/cycle6"/>
    <dgm:cxn modelId="{9A57722F-84E7-4F22-8ED5-1C76CED3E9CD}" type="presParOf" srcId="{F8D8AA4A-1CFA-412D-B7A0-103B9B308F32}" destId="{081B730B-AFEE-4C39-A81D-1263E77C5EA3}" srcOrd="5" destOrd="0" presId="urn:microsoft.com/office/officeart/2005/8/layout/cycle6"/>
    <dgm:cxn modelId="{23FC549D-4B3D-48D1-BFCC-5A765804F123}" type="presParOf" srcId="{F8D8AA4A-1CFA-412D-B7A0-103B9B308F32}" destId="{909A869D-B3CF-4C26-8B96-0230217280EB}" srcOrd="6" destOrd="0" presId="urn:microsoft.com/office/officeart/2005/8/layout/cycle6"/>
    <dgm:cxn modelId="{A5D5F6CE-B5B2-4ABA-B39D-4EE9EDEEB248}" type="presParOf" srcId="{F8D8AA4A-1CFA-412D-B7A0-103B9B308F32}" destId="{66F33312-A2A3-489D-99D3-EA1469F45A1B}" srcOrd="7" destOrd="0" presId="urn:microsoft.com/office/officeart/2005/8/layout/cycle6"/>
    <dgm:cxn modelId="{478C890C-26CB-4C87-A06E-41C866B8F30D}" type="presParOf" srcId="{F8D8AA4A-1CFA-412D-B7A0-103B9B308F32}" destId="{FA5B1919-B569-4E6C-B3B8-95542174C74C}" srcOrd="8" destOrd="0" presId="urn:microsoft.com/office/officeart/2005/8/layout/cycle6"/>
    <dgm:cxn modelId="{12B6D4EE-9CD7-4FE9-AB1D-AA849DDB1681}" type="presParOf" srcId="{F8D8AA4A-1CFA-412D-B7A0-103B9B308F32}" destId="{ACA31DC9-1724-41E4-9D67-6A121482607D}" srcOrd="9" destOrd="0" presId="urn:microsoft.com/office/officeart/2005/8/layout/cycle6"/>
    <dgm:cxn modelId="{821D5E53-A708-410D-940F-18A600D59B73}" type="presParOf" srcId="{F8D8AA4A-1CFA-412D-B7A0-103B9B308F32}" destId="{C34E9B53-FE58-4A3F-87F1-7C7A3B250F2E}" srcOrd="10" destOrd="0" presId="urn:microsoft.com/office/officeart/2005/8/layout/cycle6"/>
    <dgm:cxn modelId="{2BAF12A4-6784-40E4-BDBE-7BFF5C5D6B63}" type="presParOf" srcId="{F8D8AA4A-1CFA-412D-B7A0-103B9B308F32}" destId="{58992581-9902-4627-9A53-84424343BBBD}" srcOrd="11" destOrd="0" presId="urn:microsoft.com/office/officeart/2005/8/layout/cycle6"/>
    <dgm:cxn modelId="{9B879233-B044-475C-96A3-B4DD3A252505}" type="presParOf" srcId="{F8D8AA4A-1CFA-412D-B7A0-103B9B308F32}" destId="{428B4179-FC05-49F8-9DA8-EF71449825E8}" srcOrd="12" destOrd="0" presId="urn:microsoft.com/office/officeart/2005/8/layout/cycle6"/>
    <dgm:cxn modelId="{ED0170A9-0C07-4EFC-B8FC-96E323B0E208}" type="presParOf" srcId="{F8D8AA4A-1CFA-412D-B7A0-103B9B308F32}" destId="{C36F1893-E503-471A-AFAE-0077833D25AD}" srcOrd="13" destOrd="0" presId="urn:microsoft.com/office/officeart/2005/8/layout/cycle6"/>
    <dgm:cxn modelId="{C0D12B19-D1AC-412F-B125-386DA0F2B7E3}" type="presParOf" srcId="{F8D8AA4A-1CFA-412D-B7A0-103B9B308F32}" destId="{3AB36DEC-9FA5-44E1-8001-5DA440C18BF9}" srcOrd="14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120DE3A-806A-44C7-987A-AECFDFD3FBFE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9B9AF3A-5675-49B5-85A8-E255453B00E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Created Total Liquid Assets from checking and savings accounts</a:t>
          </a:r>
        </a:p>
      </dgm:t>
    </dgm:pt>
    <dgm:pt modelId="{37D54F7A-CA1B-4C66-931F-77A2B932A03D}" type="parTrans" cxnId="{5F809ACC-FC4F-4C0D-9820-D9869123E52E}">
      <dgm:prSet/>
      <dgm:spPr/>
      <dgm:t>
        <a:bodyPr/>
        <a:lstStyle/>
        <a:p>
          <a:endParaRPr lang="en-US"/>
        </a:p>
      </dgm:t>
    </dgm:pt>
    <dgm:pt modelId="{B515C1B7-6943-4F65-A685-FA84BE76E1B7}" type="sibTrans" cxnId="{5F809ACC-FC4F-4C0D-9820-D9869123E52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A13E5D3-5B75-4E22-B527-231EAEDC605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Created Assets Under Management (AUM)</a:t>
          </a:r>
        </a:p>
      </dgm:t>
    </dgm:pt>
    <dgm:pt modelId="{A3EEF130-BA12-416D-9887-5BEE04FEFF64}" type="parTrans" cxnId="{5634A6A3-7417-4181-B93E-6D097BA6F759}">
      <dgm:prSet/>
      <dgm:spPr/>
      <dgm:t>
        <a:bodyPr/>
        <a:lstStyle/>
        <a:p>
          <a:endParaRPr lang="en-US"/>
        </a:p>
      </dgm:t>
    </dgm:pt>
    <dgm:pt modelId="{37BA2BFF-C0AA-4055-94BC-C37E16660677}" type="sibTrans" cxnId="{5634A6A3-7417-4181-B93E-6D097BA6F75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50FC16C-0A1E-4539-843D-A0AC158E6C6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Calculated Total Liabilities from loan related fields</a:t>
          </a:r>
        </a:p>
      </dgm:t>
    </dgm:pt>
    <dgm:pt modelId="{93352B4E-715E-4214-ACF6-E07A7A708DFB}" type="parTrans" cxnId="{779B8424-9F76-4BA3-90A1-87397744A042}">
      <dgm:prSet/>
      <dgm:spPr/>
      <dgm:t>
        <a:bodyPr/>
        <a:lstStyle/>
        <a:p>
          <a:endParaRPr lang="en-US"/>
        </a:p>
      </dgm:t>
    </dgm:pt>
    <dgm:pt modelId="{BBF4057B-B067-4F1D-A426-B6B47CB3E3CA}" type="sibTrans" cxnId="{779B8424-9F76-4BA3-90A1-87397744A04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D430332-BF18-4C0C-B590-2B6998AC7D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These features helped analyze overall customer financial strength.</a:t>
          </a:r>
        </a:p>
      </dgm:t>
    </dgm:pt>
    <dgm:pt modelId="{204DB63E-CD8B-405A-BD64-9B0154057FB5}" type="parTrans" cxnId="{4BA22670-0B3E-4665-9534-C267499E65FB}">
      <dgm:prSet/>
      <dgm:spPr/>
      <dgm:t>
        <a:bodyPr/>
        <a:lstStyle/>
        <a:p>
          <a:endParaRPr lang="en-US"/>
        </a:p>
      </dgm:t>
    </dgm:pt>
    <dgm:pt modelId="{B379AFA5-D201-49BF-A642-E741C98DF9C7}" type="sibTrans" cxnId="{4BA22670-0B3E-4665-9534-C267499E65FB}">
      <dgm:prSet/>
      <dgm:spPr/>
      <dgm:t>
        <a:bodyPr/>
        <a:lstStyle/>
        <a:p>
          <a:endParaRPr lang="en-US"/>
        </a:p>
      </dgm:t>
    </dgm:pt>
    <dgm:pt modelId="{D6993BD4-3B34-4ABC-9A6B-FDC069735D38}" type="pres">
      <dgm:prSet presAssocID="{E120DE3A-806A-44C7-987A-AECFDFD3FBFE}" presName="root" presStyleCnt="0">
        <dgm:presLayoutVars>
          <dgm:dir/>
          <dgm:resizeHandles val="exact"/>
        </dgm:presLayoutVars>
      </dgm:prSet>
      <dgm:spPr/>
    </dgm:pt>
    <dgm:pt modelId="{96EE940C-EAA0-40BB-8E1D-17340E6F77A9}" type="pres">
      <dgm:prSet presAssocID="{E120DE3A-806A-44C7-987A-AECFDFD3FBFE}" presName="container" presStyleCnt="0">
        <dgm:presLayoutVars>
          <dgm:dir/>
          <dgm:resizeHandles val="exact"/>
        </dgm:presLayoutVars>
      </dgm:prSet>
      <dgm:spPr/>
    </dgm:pt>
    <dgm:pt modelId="{46ECCF85-81A8-4369-A465-D5C546B3C9D8}" type="pres">
      <dgm:prSet presAssocID="{59B9AF3A-5675-49B5-85A8-E255453B00E6}" presName="compNode" presStyleCnt="0"/>
      <dgm:spPr/>
    </dgm:pt>
    <dgm:pt modelId="{55F2A77D-E8B8-4F81-9FDC-7E66747DAC8B}" type="pres">
      <dgm:prSet presAssocID="{59B9AF3A-5675-49B5-85A8-E255453B00E6}" presName="iconBgRect" presStyleLbl="bgShp" presStyleIdx="0" presStyleCnt="4"/>
      <dgm:spPr/>
    </dgm:pt>
    <dgm:pt modelId="{0185E363-ABA7-4B63-88CB-4C2546BBD33E}" type="pres">
      <dgm:prSet presAssocID="{59B9AF3A-5675-49B5-85A8-E255453B00E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iggy Bank"/>
        </a:ext>
      </dgm:extLst>
    </dgm:pt>
    <dgm:pt modelId="{16AC28C5-C43B-40CC-9FA8-B34082FC8AE0}" type="pres">
      <dgm:prSet presAssocID="{59B9AF3A-5675-49B5-85A8-E255453B00E6}" presName="spaceRect" presStyleCnt="0"/>
      <dgm:spPr/>
    </dgm:pt>
    <dgm:pt modelId="{FF16BAA9-AE0D-46D4-9095-26CA08383906}" type="pres">
      <dgm:prSet presAssocID="{59B9AF3A-5675-49B5-85A8-E255453B00E6}" presName="textRect" presStyleLbl="revTx" presStyleIdx="0" presStyleCnt="4">
        <dgm:presLayoutVars>
          <dgm:chMax val="1"/>
          <dgm:chPref val="1"/>
        </dgm:presLayoutVars>
      </dgm:prSet>
      <dgm:spPr/>
    </dgm:pt>
    <dgm:pt modelId="{58E19FDD-F98A-4446-8FB0-33C4AA4576AA}" type="pres">
      <dgm:prSet presAssocID="{B515C1B7-6943-4F65-A685-FA84BE76E1B7}" presName="sibTrans" presStyleLbl="sibTrans2D1" presStyleIdx="0" presStyleCnt="0"/>
      <dgm:spPr/>
    </dgm:pt>
    <dgm:pt modelId="{C81C50FF-5125-4318-9E09-8722575BA49D}" type="pres">
      <dgm:prSet presAssocID="{2A13E5D3-5B75-4E22-B527-231EAEDC605D}" presName="compNode" presStyleCnt="0"/>
      <dgm:spPr/>
    </dgm:pt>
    <dgm:pt modelId="{CE5B0056-ADF9-4653-8C93-44D3A44F77E8}" type="pres">
      <dgm:prSet presAssocID="{2A13E5D3-5B75-4E22-B527-231EAEDC605D}" presName="iconBgRect" presStyleLbl="bgShp" presStyleIdx="1" presStyleCnt="4"/>
      <dgm:spPr/>
    </dgm:pt>
    <dgm:pt modelId="{5AB5DDE5-DB9B-4F76-B13E-58762A5BC670}" type="pres">
      <dgm:prSet presAssocID="{2A13E5D3-5B75-4E22-B527-231EAEDC605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7FC46BFB-3832-41D6-95DB-EEC537D59C03}" type="pres">
      <dgm:prSet presAssocID="{2A13E5D3-5B75-4E22-B527-231EAEDC605D}" presName="spaceRect" presStyleCnt="0"/>
      <dgm:spPr/>
    </dgm:pt>
    <dgm:pt modelId="{91EAE0FE-185D-4252-B518-2E34BE300D10}" type="pres">
      <dgm:prSet presAssocID="{2A13E5D3-5B75-4E22-B527-231EAEDC605D}" presName="textRect" presStyleLbl="revTx" presStyleIdx="1" presStyleCnt="4">
        <dgm:presLayoutVars>
          <dgm:chMax val="1"/>
          <dgm:chPref val="1"/>
        </dgm:presLayoutVars>
      </dgm:prSet>
      <dgm:spPr/>
    </dgm:pt>
    <dgm:pt modelId="{11A3D690-C070-469E-BDE0-DDEE30C75B49}" type="pres">
      <dgm:prSet presAssocID="{37BA2BFF-C0AA-4055-94BC-C37E16660677}" presName="sibTrans" presStyleLbl="sibTrans2D1" presStyleIdx="0" presStyleCnt="0"/>
      <dgm:spPr/>
    </dgm:pt>
    <dgm:pt modelId="{A43CF52C-B8AE-42D9-AAF8-B34B03FE0F26}" type="pres">
      <dgm:prSet presAssocID="{050FC16C-0A1E-4539-843D-A0AC158E6C6E}" presName="compNode" presStyleCnt="0"/>
      <dgm:spPr/>
    </dgm:pt>
    <dgm:pt modelId="{368BA0CB-53B4-4B46-AB1D-8B0674D21FB4}" type="pres">
      <dgm:prSet presAssocID="{050FC16C-0A1E-4539-843D-A0AC158E6C6E}" presName="iconBgRect" presStyleLbl="bgShp" presStyleIdx="2" presStyleCnt="4"/>
      <dgm:spPr/>
    </dgm:pt>
    <dgm:pt modelId="{506745D6-81E4-4CD5-8B15-E3063C6F3952}" type="pres">
      <dgm:prSet presAssocID="{050FC16C-0A1E-4539-843D-A0AC158E6C6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C7F931D5-176F-4567-AD3B-B27DF82E3717}" type="pres">
      <dgm:prSet presAssocID="{050FC16C-0A1E-4539-843D-A0AC158E6C6E}" presName="spaceRect" presStyleCnt="0"/>
      <dgm:spPr/>
    </dgm:pt>
    <dgm:pt modelId="{C6A85BFD-ECA2-4BCB-804C-41DFA4F66C80}" type="pres">
      <dgm:prSet presAssocID="{050FC16C-0A1E-4539-843D-A0AC158E6C6E}" presName="textRect" presStyleLbl="revTx" presStyleIdx="2" presStyleCnt="4">
        <dgm:presLayoutVars>
          <dgm:chMax val="1"/>
          <dgm:chPref val="1"/>
        </dgm:presLayoutVars>
      </dgm:prSet>
      <dgm:spPr/>
    </dgm:pt>
    <dgm:pt modelId="{712979D7-028C-40CD-AB0B-F8BA7855DA77}" type="pres">
      <dgm:prSet presAssocID="{BBF4057B-B067-4F1D-A426-B6B47CB3E3CA}" presName="sibTrans" presStyleLbl="sibTrans2D1" presStyleIdx="0" presStyleCnt="0"/>
      <dgm:spPr/>
    </dgm:pt>
    <dgm:pt modelId="{AA8CC74E-E6EC-4F9F-9EBC-473D3DA08A5B}" type="pres">
      <dgm:prSet presAssocID="{CD430332-BF18-4C0C-B590-2B6998AC7DAD}" presName="compNode" presStyleCnt="0"/>
      <dgm:spPr/>
    </dgm:pt>
    <dgm:pt modelId="{5D5679FC-0D06-474D-99A8-F53648A62D94}" type="pres">
      <dgm:prSet presAssocID="{CD430332-BF18-4C0C-B590-2B6998AC7DAD}" presName="iconBgRect" presStyleLbl="bgShp" presStyleIdx="3" presStyleCnt="4"/>
      <dgm:spPr/>
    </dgm:pt>
    <dgm:pt modelId="{CE12B542-2A26-4A49-B57E-E8B907567902}" type="pres">
      <dgm:prSet presAssocID="{CD430332-BF18-4C0C-B590-2B6998AC7DA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397C87D-2014-4E08-A15E-8DED0E70B634}" type="pres">
      <dgm:prSet presAssocID="{CD430332-BF18-4C0C-B590-2B6998AC7DAD}" presName="spaceRect" presStyleCnt="0"/>
      <dgm:spPr/>
    </dgm:pt>
    <dgm:pt modelId="{A6F7EC01-1DA4-41B8-9CFC-78EB5ABEBB6C}" type="pres">
      <dgm:prSet presAssocID="{CD430332-BF18-4C0C-B590-2B6998AC7DA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BE8B310-7F18-42C2-A7CB-39791AFEBA53}" type="presOf" srcId="{E120DE3A-806A-44C7-987A-AECFDFD3FBFE}" destId="{D6993BD4-3B34-4ABC-9A6B-FDC069735D38}" srcOrd="0" destOrd="0" presId="urn:microsoft.com/office/officeart/2018/2/layout/IconCircleList"/>
    <dgm:cxn modelId="{D240A11D-7E68-44AB-96D2-3E1C8B3AE4DC}" type="presOf" srcId="{BBF4057B-B067-4F1D-A426-B6B47CB3E3CA}" destId="{712979D7-028C-40CD-AB0B-F8BA7855DA77}" srcOrd="0" destOrd="0" presId="urn:microsoft.com/office/officeart/2018/2/layout/IconCircleList"/>
    <dgm:cxn modelId="{779B8424-9F76-4BA3-90A1-87397744A042}" srcId="{E120DE3A-806A-44C7-987A-AECFDFD3FBFE}" destId="{050FC16C-0A1E-4539-843D-A0AC158E6C6E}" srcOrd="2" destOrd="0" parTransId="{93352B4E-715E-4214-ACF6-E07A7A708DFB}" sibTransId="{BBF4057B-B067-4F1D-A426-B6B47CB3E3CA}"/>
    <dgm:cxn modelId="{BDA6082B-5E4D-4856-ABA4-1AB7DE95A1B9}" type="presOf" srcId="{2A13E5D3-5B75-4E22-B527-231EAEDC605D}" destId="{91EAE0FE-185D-4252-B518-2E34BE300D10}" srcOrd="0" destOrd="0" presId="urn:microsoft.com/office/officeart/2018/2/layout/IconCircleList"/>
    <dgm:cxn modelId="{5352993B-8290-49E3-9BB9-DF64BEA8D2E9}" type="presOf" srcId="{CD430332-BF18-4C0C-B590-2B6998AC7DAD}" destId="{A6F7EC01-1DA4-41B8-9CFC-78EB5ABEBB6C}" srcOrd="0" destOrd="0" presId="urn:microsoft.com/office/officeart/2018/2/layout/IconCircleList"/>
    <dgm:cxn modelId="{4BA22670-0B3E-4665-9534-C267499E65FB}" srcId="{E120DE3A-806A-44C7-987A-AECFDFD3FBFE}" destId="{CD430332-BF18-4C0C-B590-2B6998AC7DAD}" srcOrd="3" destOrd="0" parTransId="{204DB63E-CD8B-405A-BD64-9B0154057FB5}" sibTransId="{B379AFA5-D201-49BF-A642-E741C98DF9C7}"/>
    <dgm:cxn modelId="{BD004C9F-F73A-4B8E-91DC-336F63959006}" type="presOf" srcId="{37BA2BFF-C0AA-4055-94BC-C37E16660677}" destId="{11A3D690-C070-469E-BDE0-DDEE30C75B49}" srcOrd="0" destOrd="0" presId="urn:microsoft.com/office/officeart/2018/2/layout/IconCircleList"/>
    <dgm:cxn modelId="{5634A6A3-7417-4181-B93E-6D097BA6F759}" srcId="{E120DE3A-806A-44C7-987A-AECFDFD3FBFE}" destId="{2A13E5D3-5B75-4E22-B527-231EAEDC605D}" srcOrd="1" destOrd="0" parTransId="{A3EEF130-BA12-416D-9887-5BEE04FEFF64}" sibTransId="{37BA2BFF-C0AA-4055-94BC-C37E16660677}"/>
    <dgm:cxn modelId="{78101BB9-82BF-419C-8B8D-C5B6091376E8}" type="presOf" srcId="{050FC16C-0A1E-4539-843D-A0AC158E6C6E}" destId="{C6A85BFD-ECA2-4BCB-804C-41DFA4F66C80}" srcOrd="0" destOrd="0" presId="urn:microsoft.com/office/officeart/2018/2/layout/IconCircleList"/>
    <dgm:cxn modelId="{2233E3B9-7398-459B-B6A6-FCD73F99F4FD}" type="presOf" srcId="{B515C1B7-6943-4F65-A685-FA84BE76E1B7}" destId="{58E19FDD-F98A-4446-8FB0-33C4AA4576AA}" srcOrd="0" destOrd="0" presId="urn:microsoft.com/office/officeart/2018/2/layout/IconCircleList"/>
    <dgm:cxn modelId="{A37E30BF-B02E-471B-B119-236D4788E7F9}" type="presOf" srcId="{59B9AF3A-5675-49B5-85A8-E255453B00E6}" destId="{FF16BAA9-AE0D-46D4-9095-26CA08383906}" srcOrd="0" destOrd="0" presId="urn:microsoft.com/office/officeart/2018/2/layout/IconCircleList"/>
    <dgm:cxn modelId="{5F809ACC-FC4F-4C0D-9820-D9869123E52E}" srcId="{E120DE3A-806A-44C7-987A-AECFDFD3FBFE}" destId="{59B9AF3A-5675-49B5-85A8-E255453B00E6}" srcOrd="0" destOrd="0" parTransId="{37D54F7A-CA1B-4C66-931F-77A2B932A03D}" sibTransId="{B515C1B7-6943-4F65-A685-FA84BE76E1B7}"/>
    <dgm:cxn modelId="{7A37BA6A-6CDB-453A-8AC8-428104B7A44A}" type="presParOf" srcId="{D6993BD4-3B34-4ABC-9A6B-FDC069735D38}" destId="{96EE940C-EAA0-40BB-8E1D-17340E6F77A9}" srcOrd="0" destOrd="0" presId="urn:microsoft.com/office/officeart/2018/2/layout/IconCircleList"/>
    <dgm:cxn modelId="{278C721E-D4CF-4855-9671-3BB6662FA9BD}" type="presParOf" srcId="{96EE940C-EAA0-40BB-8E1D-17340E6F77A9}" destId="{46ECCF85-81A8-4369-A465-D5C546B3C9D8}" srcOrd="0" destOrd="0" presId="urn:microsoft.com/office/officeart/2018/2/layout/IconCircleList"/>
    <dgm:cxn modelId="{0A0F0B54-2E3A-4D82-9EE8-1CE08F27E9BF}" type="presParOf" srcId="{46ECCF85-81A8-4369-A465-D5C546B3C9D8}" destId="{55F2A77D-E8B8-4F81-9FDC-7E66747DAC8B}" srcOrd="0" destOrd="0" presId="urn:microsoft.com/office/officeart/2018/2/layout/IconCircleList"/>
    <dgm:cxn modelId="{8BC7FA4A-7A28-4578-BD97-738A17781588}" type="presParOf" srcId="{46ECCF85-81A8-4369-A465-D5C546B3C9D8}" destId="{0185E363-ABA7-4B63-88CB-4C2546BBD33E}" srcOrd="1" destOrd="0" presId="urn:microsoft.com/office/officeart/2018/2/layout/IconCircleList"/>
    <dgm:cxn modelId="{3C20A008-D84F-4B43-8DB2-2134D00B2A21}" type="presParOf" srcId="{46ECCF85-81A8-4369-A465-D5C546B3C9D8}" destId="{16AC28C5-C43B-40CC-9FA8-B34082FC8AE0}" srcOrd="2" destOrd="0" presId="urn:microsoft.com/office/officeart/2018/2/layout/IconCircleList"/>
    <dgm:cxn modelId="{FE805AE5-DD80-440D-A443-69E06D95006F}" type="presParOf" srcId="{46ECCF85-81A8-4369-A465-D5C546B3C9D8}" destId="{FF16BAA9-AE0D-46D4-9095-26CA08383906}" srcOrd="3" destOrd="0" presId="urn:microsoft.com/office/officeart/2018/2/layout/IconCircleList"/>
    <dgm:cxn modelId="{093DA1D4-DE35-42BD-8B7F-F7A3B43B15EF}" type="presParOf" srcId="{96EE940C-EAA0-40BB-8E1D-17340E6F77A9}" destId="{58E19FDD-F98A-4446-8FB0-33C4AA4576AA}" srcOrd="1" destOrd="0" presId="urn:microsoft.com/office/officeart/2018/2/layout/IconCircleList"/>
    <dgm:cxn modelId="{CA5526C9-2BDA-4F7E-86B5-378971CE96EB}" type="presParOf" srcId="{96EE940C-EAA0-40BB-8E1D-17340E6F77A9}" destId="{C81C50FF-5125-4318-9E09-8722575BA49D}" srcOrd="2" destOrd="0" presId="urn:microsoft.com/office/officeart/2018/2/layout/IconCircleList"/>
    <dgm:cxn modelId="{8955C0C1-8637-49B7-9FF0-887AFDCF6285}" type="presParOf" srcId="{C81C50FF-5125-4318-9E09-8722575BA49D}" destId="{CE5B0056-ADF9-4653-8C93-44D3A44F77E8}" srcOrd="0" destOrd="0" presId="urn:microsoft.com/office/officeart/2018/2/layout/IconCircleList"/>
    <dgm:cxn modelId="{79CF2AE9-E171-44C0-9ADB-6C07E2BE2B6D}" type="presParOf" srcId="{C81C50FF-5125-4318-9E09-8722575BA49D}" destId="{5AB5DDE5-DB9B-4F76-B13E-58762A5BC670}" srcOrd="1" destOrd="0" presId="urn:microsoft.com/office/officeart/2018/2/layout/IconCircleList"/>
    <dgm:cxn modelId="{4F01E44C-B86B-43E8-B262-8EDAB4D3DC6F}" type="presParOf" srcId="{C81C50FF-5125-4318-9E09-8722575BA49D}" destId="{7FC46BFB-3832-41D6-95DB-EEC537D59C03}" srcOrd="2" destOrd="0" presId="urn:microsoft.com/office/officeart/2018/2/layout/IconCircleList"/>
    <dgm:cxn modelId="{6B264BCE-6F2C-433B-96B4-734E8B8992F1}" type="presParOf" srcId="{C81C50FF-5125-4318-9E09-8722575BA49D}" destId="{91EAE0FE-185D-4252-B518-2E34BE300D10}" srcOrd="3" destOrd="0" presId="urn:microsoft.com/office/officeart/2018/2/layout/IconCircleList"/>
    <dgm:cxn modelId="{61A202A4-BD02-420F-B0B4-80C8C6B36053}" type="presParOf" srcId="{96EE940C-EAA0-40BB-8E1D-17340E6F77A9}" destId="{11A3D690-C070-469E-BDE0-DDEE30C75B49}" srcOrd="3" destOrd="0" presId="urn:microsoft.com/office/officeart/2018/2/layout/IconCircleList"/>
    <dgm:cxn modelId="{A11F3938-5609-4CDE-8B90-88EAA88D62A0}" type="presParOf" srcId="{96EE940C-EAA0-40BB-8E1D-17340E6F77A9}" destId="{A43CF52C-B8AE-42D9-AAF8-B34B03FE0F26}" srcOrd="4" destOrd="0" presId="urn:microsoft.com/office/officeart/2018/2/layout/IconCircleList"/>
    <dgm:cxn modelId="{1325E6C8-F367-4A42-8914-283A83E23BA6}" type="presParOf" srcId="{A43CF52C-B8AE-42D9-AAF8-B34B03FE0F26}" destId="{368BA0CB-53B4-4B46-AB1D-8B0674D21FB4}" srcOrd="0" destOrd="0" presId="urn:microsoft.com/office/officeart/2018/2/layout/IconCircleList"/>
    <dgm:cxn modelId="{F0CF4406-FD3A-4325-AB5A-B8161C3CD11F}" type="presParOf" srcId="{A43CF52C-B8AE-42D9-AAF8-B34B03FE0F26}" destId="{506745D6-81E4-4CD5-8B15-E3063C6F3952}" srcOrd="1" destOrd="0" presId="urn:microsoft.com/office/officeart/2018/2/layout/IconCircleList"/>
    <dgm:cxn modelId="{12A5DA09-60F3-4678-9DAF-BCBA9C027AE5}" type="presParOf" srcId="{A43CF52C-B8AE-42D9-AAF8-B34B03FE0F26}" destId="{C7F931D5-176F-4567-AD3B-B27DF82E3717}" srcOrd="2" destOrd="0" presId="urn:microsoft.com/office/officeart/2018/2/layout/IconCircleList"/>
    <dgm:cxn modelId="{D4CF0D1E-665E-48DD-8C2D-DE2C3806A2B9}" type="presParOf" srcId="{A43CF52C-B8AE-42D9-AAF8-B34B03FE0F26}" destId="{C6A85BFD-ECA2-4BCB-804C-41DFA4F66C80}" srcOrd="3" destOrd="0" presId="urn:microsoft.com/office/officeart/2018/2/layout/IconCircleList"/>
    <dgm:cxn modelId="{616AF514-A762-4302-8AE7-AEF4E7F0892D}" type="presParOf" srcId="{96EE940C-EAA0-40BB-8E1D-17340E6F77A9}" destId="{712979D7-028C-40CD-AB0B-F8BA7855DA77}" srcOrd="5" destOrd="0" presId="urn:microsoft.com/office/officeart/2018/2/layout/IconCircleList"/>
    <dgm:cxn modelId="{0F2F2665-4B2D-455C-AF72-24A52D187172}" type="presParOf" srcId="{96EE940C-EAA0-40BB-8E1D-17340E6F77A9}" destId="{AA8CC74E-E6EC-4F9F-9EBC-473D3DA08A5B}" srcOrd="6" destOrd="0" presId="urn:microsoft.com/office/officeart/2018/2/layout/IconCircleList"/>
    <dgm:cxn modelId="{96942F2B-A83C-49F5-8BDE-963D076B0B79}" type="presParOf" srcId="{AA8CC74E-E6EC-4F9F-9EBC-473D3DA08A5B}" destId="{5D5679FC-0D06-474D-99A8-F53648A62D94}" srcOrd="0" destOrd="0" presId="urn:microsoft.com/office/officeart/2018/2/layout/IconCircleList"/>
    <dgm:cxn modelId="{46AE6D23-2AB0-4079-9348-DEE7A85921A6}" type="presParOf" srcId="{AA8CC74E-E6EC-4F9F-9EBC-473D3DA08A5B}" destId="{CE12B542-2A26-4A49-B57E-E8B907567902}" srcOrd="1" destOrd="0" presId="urn:microsoft.com/office/officeart/2018/2/layout/IconCircleList"/>
    <dgm:cxn modelId="{FAB0D1BA-F2EF-4364-AA82-1918E4E20CBF}" type="presParOf" srcId="{AA8CC74E-E6EC-4F9F-9EBC-473D3DA08A5B}" destId="{3397C87D-2014-4E08-A15E-8DED0E70B634}" srcOrd="2" destOrd="0" presId="urn:microsoft.com/office/officeart/2018/2/layout/IconCircleList"/>
    <dgm:cxn modelId="{F8F80CDD-CACE-4B73-A64E-1F6550BCC397}" type="presParOf" srcId="{AA8CC74E-E6EC-4F9F-9EBC-473D3DA08A5B}" destId="{A6F7EC01-1DA4-41B8-9CFC-78EB5ABEBB6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9398C28-0FBE-45D1-88FB-999EB8B673CB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81264C2-B24B-490D-9B58-401A63A8C0F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 Total Liability</a:t>
          </a:r>
        </a:p>
      </dgm:t>
    </dgm:pt>
    <dgm:pt modelId="{A6F52E0D-3B56-4D89-B218-E59EAF7AA30D}" type="parTrans" cxnId="{B6AABB06-3859-4068-8687-D7B140103D4B}">
      <dgm:prSet/>
      <dgm:spPr/>
      <dgm:t>
        <a:bodyPr/>
        <a:lstStyle/>
        <a:p>
          <a:endParaRPr lang="en-US"/>
        </a:p>
      </dgm:t>
    </dgm:pt>
    <dgm:pt modelId="{85ED426A-D507-4D14-85B2-ED874019D1C0}" type="sibTrans" cxnId="{B6AABB06-3859-4068-8687-D7B140103D4B}">
      <dgm:prSet/>
      <dgm:spPr/>
      <dgm:t>
        <a:bodyPr/>
        <a:lstStyle/>
        <a:p>
          <a:endParaRPr lang="en-US"/>
        </a:p>
      </dgm:t>
    </dgm:pt>
    <dgm:pt modelId="{839E1C11-9B90-48FA-8250-255D0CC14B0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 Total Superannuation</a:t>
          </a:r>
        </a:p>
      </dgm:t>
    </dgm:pt>
    <dgm:pt modelId="{4115115F-ACDF-4861-B55B-47AFF5F8C248}" type="parTrans" cxnId="{2AAC463D-A555-429E-B9B2-6CF9DFA6BB61}">
      <dgm:prSet/>
      <dgm:spPr/>
      <dgm:t>
        <a:bodyPr/>
        <a:lstStyle/>
        <a:p>
          <a:endParaRPr lang="en-US"/>
        </a:p>
      </dgm:t>
    </dgm:pt>
    <dgm:pt modelId="{E617EA15-7C1E-4317-AB69-C296519E603B}" type="sibTrans" cxnId="{2AAC463D-A555-429E-B9B2-6CF9DFA6BB61}">
      <dgm:prSet/>
      <dgm:spPr/>
      <dgm:t>
        <a:bodyPr/>
        <a:lstStyle/>
        <a:p>
          <a:endParaRPr lang="en-US"/>
        </a:p>
      </dgm:t>
    </dgm:pt>
    <dgm:pt modelId="{A92FE45D-FE4C-416F-B4A1-E3C455FC534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 Total Checking Accounts</a:t>
          </a:r>
        </a:p>
      </dgm:t>
    </dgm:pt>
    <dgm:pt modelId="{89824468-EEE2-4FB0-B838-17B4F7B0525A}" type="parTrans" cxnId="{B19A8ABD-9469-4410-8B06-0C2982877924}">
      <dgm:prSet/>
      <dgm:spPr/>
      <dgm:t>
        <a:bodyPr/>
        <a:lstStyle/>
        <a:p>
          <a:endParaRPr lang="en-US"/>
        </a:p>
      </dgm:t>
    </dgm:pt>
    <dgm:pt modelId="{FB807484-4F30-42C0-937D-56D5941D89BD}" type="sibTrans" cxnId="{B19A8ABD-9469-4410-8B06-0C2982877924}">
      <dgm:prSet/>
      <dgm:spPr/>
      <dgm:t>
        <a:bodyPr/>
        <a:lstStyle/>
        <a:p>
          <a:endParaRPr lang="en-US"/>
        </a:p>
      </dgm:t>
    </dgm:pt>
    <dgm:pt modelId="{2FAD1D38-472F-47ED-B678-D3A63FDF035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 Total NRI Accounts</a:t>
          </a:r>
        </a:p>
      </dgm:t>
    </dgm:pt>
    <dgm:pt modelId="{2D60CD44-43A7-4320-9F31-16035131D61A}" type="parTrans" cxnId="{910DB778-84C3-4590-B611-33590EACDDD5}">
      <dgm:prSet/>
      <dgm:spPr/>
      <dgm:t>
        <a:bodyPr/>
        <a:lstStyle/>
        <a:p>
          <a:endParaRPr lang="en-US"/>
        </a:p>
      </dgm:t>
    </dgm:pt>
    <dgm:pt modelId="{70BB49E1-D334-4304-A0EE-4A180323A3A0}" type="sibTrans" cxnId="{910DB778-84C3-4590-B611-33590EACDDD5}">
      <dgm:prSet/>
      <dgm:spPr/>
      <dgm:t>
        <a:bodyPr/>
        <a:lstStyle/>
        <a:p>
          <a:endParaRPr lang="en-US"/>
        </a:p>
      </dgm:t>
    </dgm:pt>
    <dgm:pt modelId="{271C624C-F8B2-40FC-970F-1FBFF724C8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 Total Savings Accounts</a:t>
          </a:r>
        </a:p>
      </dgm:t>
    </dgm:pt>
    <dgm:pt modelId="{313EC9CA-ADBD-4DAE-A5D1-7C7E8B3C42EB}" type="parTrans" cxnId="{3D8DB84B-1834-4D44-9763-E874B766BDE0}">
      <dgm:prSet/>
      <dgm:spPr/>
      <dgm:t>
        <a:bodyPr/>
        <a:lstStyle/>
        <a:p>
          <a:endParaRPr lang="en-US"/>
        </a:p>
      </dgm:t>
    </dgm:pt>
    <dgm:pt modelId="{3BFA6FE2-59D7-49E0-9AA0-ED01EBCEAE25}" type="sibTrans" cxnId="{3D8DB84B-1834-4D44-9763-E874B766BDE0}">
      <dgm:prSet/>
      <dgm:spPr/>
      <dgm:t>
        <a:bodyPr/>
        <a:lstStyle/>
        <a:p>
          <a:endParaRPr lang="en-US"/>
        </a:p>
      </dgm:t>
    </dgm:pt>
    <dgm:pt modelId="{DCC291D6-9034-4908-8559-F733B29EB440}" type="pres">
      <dgm:prSet presAssocID="{49398C28-0FBE-45D1-88FB-999EB8B673CB}" presName="root" presStyleCnt="0">
        <dgm:presLayoutVars>
          <dgm:dir/>
          <dgm:resizeHandles val="exact"/>
        </dgm:presLayoutVars>
      </dgm:prSet>
      <dgm:spPr/>
    </dgm:pt>
    <dgm:pt modelId="{E1242BFE-D060-4E71-BAF8-563664ED69C1}" type="pres">
      <dgm:prSet presAssocID="{981264C2-B24B-490D-9B58-401A63A8C0F5}" presName="compNode" presStyleCnt="0"/>
      <dgm:spPr/>
    </dgm:pt>
    <dgm:pt modelId="{6895F781-6615-44B4-8898-876BC1FBB4FC}" type="pres">
      <dgm:prSet presAssocID="{981264C2-B24B-490D-9B58-401A63A8C0F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83480D51-4497-42B6-9F96-5EDB5A136074}" type="pres">
      <dgm:prSet presAssocID="{981264C2-B24B-490D-9B58-401A63A8C0F5}" presName="spaceRect" presStyleCnt="0"/>
      <dgm:spPr/>
    </dgm:pt>
    <dgm:pt modelId="{6E9595A2-F0FB-4CC8-AB77-EE4FCB779A80}" type="pres">
      <dgm:prSet presAssocID="{981264C2-B24B-490D-9B58-401A63A8C0F5}" presName="textRect" presStyleLbl="revTx" presStyleIdx="0" presStyleCnt="5">
        <dgm:presLayoutVars>
          <dgm:chMax val="1"/>
          <dgm:chPref val="1"/>
        </dgm:presLayoutVars>
      </dgm:prSet>
      <dgm:spPr/>
    </dgm:pt>
    <dgm:pt modelId="{967E68B9-5E86-4703-BB73-2D55AA0D309C}" type="pres">
      <dgm:prSet presAssocID="{85ED426A-D507-4D14-85B2-ED874019D1C0}" presName="sibTrans" presStyleCnt="0"/>
      <dgm:spPr/>
    </dgm:pt>
    <dgm:pt modelId="{EF9A49DF-1C51-4A78-BE45-817B7612EB98}" type="pres">
      <dgm:prSet presAssocID="{839E1C11-9B90-48FA-8250-255D0CC14B05}" presName="compNode" presStyleCnt="0"/>
      <dgm:spPr/>
    </dgm:pt>
    <dgm:pt modelId="{382EF820-FE7C-4AA4-85AC-A985758FA7AE}" type="pres">
      <dgm:prSet presAssocID="{839E1C11-9B90-48FA-8250-255D0CC14B0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utral Face with No Fill"/>
        </a:ext>
      </dgm:extLst>
    </dgm:pt>
    <dgm:pt modelId="{AD60BB1B-6963-450A-B01F-CFD8A5B29632}" type="pres">
      <dgm:prSet presAssocID="{839E1C11-9B90-48FA-8250-255D0CC14B05}" presName="spaceRect" presStyleCnt="0"/>
      <dgm:spPr/>
    </dgm:pt>
    <dgm:pt modelId="{2CFDCFAE-4105-47CE-9E8D-938639C430D9}" type="pres">
      <dgm:prSet presAssocID="{839E1C11-9B90-48FA-8250-255D0CC14B05}" presName="textRect" presStyleLbl="revTx" presStyleIdx="1" presStyleCnt="5">
        <dgm:presLayoutVars>
          <dgm:chMax val="1"/>
          <dgm:chPref val="1"/>
        </dgm:presLayoutVars>
      </dgm:prSet>
      <dgm:spPr/>
    </dgm:pt>
    <dgm:pt modelId="{464CF6B5-030F-412D-9650-39C408F7A150}" type="pres">
      <dgm:prSet presAssocID="{E617EA15-7C1E-4317-AB69-C296519E603B}" presName="sibTrans" presStyleCnt="0"/>
      <dgm:spPr/>
    </dgm:pt>
    <dgm:pt modelId="{713E2A90-A963-4564-A11B-4E78C3A0B09F}" type="pres">
      <dgm:prSet presAssocID="{A92FE45D-FE4C-416F-B4A1-E3C455FC5347}" presName="compNode" presStyleCnt="0"/>
      <dgm:spPr/>
    </dgm:pt>
    <dgm:pt modelId="{A2BABD5E-B76D-4B03-BE48-65B60D4CFD63}" type="pres">
      <dgm:prSet presAssocID="{A92FE45D-FE4C-416F-B4A1-E3C455FC534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CC0E2D7D-19D8-41C6-A55E-E6C73190B4EE}" type="pres">
      <dgm:prSet presAssocID="{A92FE45D-FE4C-416F-B4A1-E3C455FC5347}" presName="spaceRect" presStyleCnt="0"/>
      <dgm:spPr/>
    </dgm:pt>
    <dgm:pt modelId="{2848D569-B6A2-41C8-AF38-A1456E7BFBCA}" type="pres">
      <dgm:prSet presAssocID="{A92FE45D-FE4C-416F-B4A1-E3C455FC5347}" presName="textRect" presStyleLbl="revTx" presStyleIdx="2" presStyleCnt="5">
        <dgm:presLayoutVars>
          <dgm:chMax val="1"/>
          <dgm:chPref val="1"/>
        </dgm:presLayoutVars>
      </dgm:prSet>
      <dgm:spPr/>
    </dgm:pt>
    <dgm:pt modelId="{52C345FC-3081-437B-BDDF-C20DAA5EFE4D}" type="pres">
      <dgm:prSet presAssocID="{FB807484-4F30-42C0-937D-56D5941D89BD}" presName="sibTrans" presStyleCnt="0"/>
      <dgm:spPr/>
    </dgm:pt>
    <dgm:pt modelId="{2AC05804-99BC-47B3-A117-01B741661D41}" type="pres">
      <dgm:prSet presAssocID="{2FAD1D38-472F-47ED-B678-D3A63FDF035A}" presName="compNode" presStyleCnt="0"/>
      <dgm:spPr/>
    </dgm:pt>
    <dgm:pt modelId="{070B8E1C-B367-4F55-B839-AC12C37494BD}" type="pres">
      <dgm:prSet presAssocID="{2FAD1D38-472F-47ED-B678-D3A63FDF035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C23D32A2-4F28-4DF3-A122-87A2DA917BCE}" type="pres">
      <dgm:prSet presAssocID="{2FAD1D38-472F-47ED-B678-D3A63FDF035A}" presName="spaceRect" presStyleCnt="0"/>
      <dgm:spPr/>
    </dgm:pt>
    <dgm:pt modelId="{2A277F50-A7F6-45E9-92CD-EF2402A235C0}" type="pres">
      <dgm:prSet presAssocID="{2FAD1D38-472F-47ED-B678-D3A63FDF035A}" presName="textRect" presStyleLbl="revTx" presStyleIdx="3" presStyleCnt="5">
        <dgm:presLayoutVars>
          <dgm:chMax val="1"/>
          <dgm:chPref val="1"/>
        </dgm:presLayoutVars>
      </dgm:prSet>
      <dgm:spPr/>
    </dgm:pt>
    <dgm:pt modelId="{93BC04D5-B386-402B-8456-5F1CC64FC096}" type="pres">
      <dgm:prSet presAssocID="{70BB49E1-D334-4304-A0EE-4A180323A3A0}" presName="sibTrans" presStyleCnt="0"/>
      <dgm:spPr/>
    </dgm:pt>
    <dgm:pt modelId="{D120B57D-2040-4AF2-969C-256761A9C442}" type="pres">
      <dgm:prSet presAssocID="{271C624C-F8B2-40FC-970F-1FBFF724C81A}" presName="compNode" presStyleCnt="0"/>
      <dgm:spPr/>
    </dgm:pt>
    <dgm:pt modelId="{18B5F94F-FA37-4117-84BE-D0082694D580}" type="pres">
      <dgm:prSet presAssocID="{271C624C-F8B2-40FC-970F-1FBFF724C81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iggy Bank"/>
        </a:ext>
      </dgm:extLst>
    </dgm:pt>
    <dgm:pt modelId="{2607C487-DF34-44D7-83A0-932FF7B8099D}" type="pres">
      <dgm:prSet presAssocID="{271C624C-F8B2-40FC-970F-1FBFF724C81A}" presName="spaceRect" presStyleCnt="0"/>
      <dgm:spPr/>
    </dgm:pt>
    <dgm:pt modelId="{4062BD80-A655-4D44-8EFA-EEC517C53E46}" type="pres">
      <dgm:prSet presAssocID="{271C624C-F8B2-40FC-970F-1FBFF724C81A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B6AABB06-3859-4068-8687-D7B140103D4B}" srcId="{49398C28-0FBE-45D1-88FB-999EB8B673CB}" destId="{981264C2-B24B-490D-9B58-401A63A8C0F5}" srcOrd="0" destOrd="0" parTransId="{A6F52E0D-3B56-4D89-B218-E59EAF7AA30D}" sibTransId="{85ED426A-D507-4D14-85B2-ED874019D1C0}"/>
    <dgm:cxn modelId="{2AAC463D-A555-429E-B9B2-6CF9DFA6BB61}" srcId="{49398C28-0FBE-45D1-88FB-999EB8B673CB}" destId="{839E1C11-9B90-48FA-8250-255D0CC14B05}" srcOrd="1" destOrd="0" parTransId="{4115115F-ACDF-4861-B55B-47AFF5F8C248}" sibTransId="{E617EA15-7C1E-4317-AB69-C296519E603B}"/>
    <dgm:cxn modelId="{BEFA3E4B-D04D-4362-B841-14D54871B7E6}" type="presOf" srcId="{839E1C11-9B90-48FA-8250-255D0CC14B05}" destId="{2CFDCFAE-4105-47CE-9E8D-938639C430D9}" srcOrd="0" destOrd="0" presId="urn:microsoft.com/office/officeart/2018/2/layout/IconLabelList"/>
    <dgm:cxn modelId="{3D8DB84B-1834-4D44-9763-E874B766BDE0}" srcId="{49398C28-0FBE-45D1-88FB-999EB8B673CB}" destId="{271C624C-F8B2-40FC-970F-1FBFF724C81A}" srcOrd="4" destOrd="0" parTransId="{313EC9CA-ADBD-4DAE-A5D1-7C7E8B3C42EB}" sibTransId="{3BFA6FE2-59D7-49E0-9AA0-ED01EBCEAE25}"/>
    <dgm:cxn modelId="{CDE8CF6F-09A4-4C11-8765-C2D8EFB3BAFF}" type="presOf" srcId="{271C624C-F8B2-40FC-970F-1FBFF724C81A}" destId="{4062BD80-A655-4D44-8EFA-EEC517C53E46}" srcOrd="0" destOrd="0" presId="urn:microsoft.com/office/officeart/2018/2/layout/IconLabelList"/>
    <dgm:cxn modelId="{2178F756-3B55-47B2-9AE0-38AC4B34DA8F}" type="presOf" srcId="{49398C28-0FBE-45D1-88FB-999EB8B673CB}" destId="{DCC291D6-9034-4908-8559-F733B29EB440}" srcOrd="0" destOrd="0" presId="urn:microsoft.com/office/officeart/2018/2/layout/IconLabelList"/>
    <dgm:cxn modelId="{910DB778-84C3-4590-B611-33590EACDDD5}" srcId="{49398C28-0FBE-45D1-88FB-999EB8B673CB}" destId="{2FAD1D38-472F-47ED-B678-D3A63FDF035A}" srcOrd="3" destOrd="0" parTransId="{2D60CD44-43A7-4320-9F31-16035131D61A}" sibTransId="{70BB49E1-D334-4304-A0EE-4A180323A3A0}"/>
    <dgm:cxn modelId="{018ABBA0-03EA-479D-AC0F-3A1701196D7C}" type="presOf" srcId="{A92FE45D-FE4C-416F-B4A1-E3C455FC5347}" destId="{2848D569-B6A2-41C8-AF38-A1456E7BFBCA}" srcOrd="0" destOrd="0" presId="urn:microsoft.com/office/officeart/2018/2/layout/IconLabelList"/>
    <dgm:cxn modelId="{B19A8ABD-9469-4410-8B06-0C2982877924}" srcId="{49398C28-0FBE-45D1-88FB-999EB8B673CB}" destId="{A92FE45D-FE4C-416F-B4A1-E3C455FC5347}" srcOrd="2" destOrd="0" parTransId="{89824468-EEE2-4FB0-B838-17B4F7B0525A}" sibTransId="{FB807484-4F30-42C0-937D-56D5941D89BD}"/>
    <dgm:cxn modelId="{A778C5D2-7B57-4087-AAA6-7C9D0BCE9113}" type="presOf" srcId="{981264C2-B24B-490D-9B58-401A63A8C0F5}" destId="{6E9595A2-F0FB-4CC8-AB77-EE4FCB779A80}" srcOrd="0" destOrd="0" presId="urn:microsoft.com/office/officeart/2018/2/layout/IconLabelList"/>
    <dgm:cxn modelId="{647382FA-8D55-42CE-A2F1-6EF36F0641A3}" type="presOf" srcId="{2FAD1D38-472F-47ED-B678-D3A63FDF035A}" destId="{2A277F50-A7F6-45E9-92CD-EF2402A235C0}" srcOrd="0" destOrd="0" presId="urn:microsoft.com/office/officeart/2018/2/layout/IconLabelList"/>
    <dgm:cxn modelId="{09AB677C-C922-4F2B-9ED0-9EE0A8B8704B}" type="presParOf" srcId="{DCC291D6-9034-4908-8559-F733B29EB440}" destId="{E1242BFE-D060-4E71-BAF8-563664ED69C1}" srcOrd="0" destOrd="0" presId="urn:microsoft.com/office/officeart/2018/2/layout/IconLabelList"/>
    <dgm:cxn modelId="{D66B06CF-B093-4BA0-BE35-C4D5A34BBE2D}" type="presParOf" srcId="{E1242BFE-D060-4E71-BAF8-563664ED69C1}" destId="{6895F781-6615-44B4-8898-876BC1FBB4FC}" srcOrd="0" destOrd="0" presId="urn:microsoft.com/office/officeart/2018/2/layout/IconLabelList"/>
    <dgm:cxn modelId="{B712BB06-DD5D-44CA-803E-BC5DB8BBE5D7}" type="presParOf" srcId="{E1242BFE-D060-4E71-BAF8-563664ED69C1}" destId="{83480D51-4497-42B6-9F96-5EDB5A136074}" srcOrd="1" destOrd="0" presId="urn:microsoft.com/office/officeart/2018/2/layout/IconLabelList"/>
    <dgm:cxn modelId="{AD838A05-F9FD-4C41-99DD-9ABE0D8A9A7F}" type="presParOf" srcId="{E1242BFE-D060-4E71-BAF8-563664ED69C1}" destId="{6E9595A2-F0FB-4CC8-AB77-EE4FCB779A80}" srcOrd="2" destOrd="0" presId="urn:microsoft.com/office/officeart/2018/2/layout/IconLabelList"/>
    <dgm:cxn modelId="{38592368-A769-45E0-8E33-0CA6762F500D}" type="presParOf" srcId="{DCC291D6-9034-4908-8559-F733B29EB440}" destId="{967E68B9-5E86-4703-BB73-2D55AA0D309C}" srcOrd="1" destOrd="0" presId="urn:microsoft.com/office/officeart/2018/2/layout/IconLabelList"/>
    <dgm:cxn modelId="{CB337D4C-8F3E-41AF-813B-811ABA758C7A}" type="presParOf" srcId="{DCC291D6-9034-4908-8559-F733B29EB440}" destId="{EF9A49DF-1C51-4A78-BE45-817B7612EB98}" srcOrd="2" destOrd="0" presId="urn:microsoft.com/office/officeart/2018/2/layout/IconLabelList"/>
    <dgm:cxn modelId="{E895A411-D727-45B7-8B5A-55DDC2CB076B}" type="presParOf" srcId="{EF9A49DF-1C51-4A78-BE45-817B7612EB98}" destId="{382EF820-FE7C-4AA4-85AC-A985758FA7AE}" srcOrd="0" destOrd="0" presId="urn:microsoft.com/office/officeart/2018/2/layout/IconLabelList"/>
    <dgm:cxn modelId="{3B14B655-133A-43D7-8999-7066A60ED0F9}" type="presParOf" srcId="{EF9A49DF-1C51-4A78-BE45-817B7612EB98}" destId="{AD60BB1B-6963-450A-B01F-CFD8A5B29632}" srcOrd="1" destOrd="0" presId="urn:microsoft.com/office/officeart/2018/2/layout/IconLabelList"/>
    <dgm:cxn modelId="{13194BE9-2371-47E2-9A74-8FA252A726C6}" type="presParOf" srcId="{EF9A49DF-1C51-4A78-BE45-817B7612EB98}" destId="{2CFDCFAE-4105-47CE-9E8D-938639C430D9}" srcOrd="2" destOrd="0" presId="urn:microsoft.com/office/officeart/2018/2/layout/IconLabelList"/>
    <dgm:cxn modelId="{C01BB8DC-20D9-4691-9B95-48EFFD175AB6}" type="presParOf" srcId="{DCC291D6-9034-4908-8559-F733B29EB440}" destId="{464CF6B5-030F-412D-9650-39C408F7A150}" srcOrd="3" destOrd="0" presId="urn:microsoft.com/office/officeart/2018/2/layout/IconLabelList"/>
    <dgm:cxn modelId="{509253BE-1B49-4DBD-B3B4-6BBFE7BC7D3B}" type="presParOf" srcId="{DCC291D6-9034-4908-8559-F733B29EB440}" destId="{713E2A90-A963-4564-A11B-4E78C3A0B09F}" srcOrd="4" destOrd="0" presId="urn:microsoft.com/office/officeart/2018/2/layout/IconLabelList"/>
    <dgm:cxn modelId="{81B2C3C4-32A6-4387-81EA-D7C5E3DE1D8D}" type="presParOf" srcId="{713E2A90-A963-4564-A11B-4E78C3A0B09F}" destId="{A2BABD5E-B76D-4B03-BE48-65B60D4CFD63}" srcOrd="0" destOrd="0" presId="urn:microsoft.com/office/officeart/2018/2/layout/IconLabelList"/>
    <dgm:cxn modelId="{6377D978-8D1D-4619-8C8B-1293D327F5AF}" type="presParOf" srcId="{713E2A90-A963-4564-A11B-4E78C3A0B09F}" destId="{CC0E2D7D-19D8-41C6-A55E-E6C73190B4EE}" srcOrd="1" destOrd="0" presId="urn:microsoft.com/office/officeart/2018/2/layout/IconLabelList"/>
    <dgm:cxn modelId="{9089D5F3-6F0D-43ED-BADF-67C422D9C8B7}" type="presParOf" srcId="{713E2A90-A963-4564-A11B-4E78C3A0B09F}" destId="{2848D569-B6A2-41C8-AF38-A1456E7BFBCA}" srcOrd="2" destOrd="0" presId="urn:microsoft.com/office/officeart/2018/2/layout/IconLabelList"/>
    <dgm:cxn modelId="{01D41D1D-14E2-410B-8C38-ED9511321436}" type="presParOf" srcId="{DCC291D6-9034-4908-8559-F733B29EB440}" destId="{52C345FC-3081-437B-BDDF-C20DAA5EFE4D}" srcOrd="5" destOrd="0" presId="urn:microsoft.com/office/officeart/2018/2/layout/IconLabelList"/>
    <dgm:cxn modelId="{F3B8EE1E-756D-4B22-B103-DECC3DCC0908}" type="presParOf" srcId="{DCC291D6-9034-4908-8559-F733B29EB440}" destId="{2AC05804-99BC-47B3-A117-01B741661D41}" srcOrd="6" destOrd="0" presId="urn:microsoft.com/office/officeart/2018/2/layout/IconLabelList"/>
    <dgm:cxn modelId="{841A69ED-B68C-4C1E-B040-B077693AF856}" type="presParOf" srcId="{2AC05804-99BC-47B3-A117-01B741661D41}" destId="{070B8E1C-B367-4F55-B839-AC12C37494BD}" srcOrd="0" destOrd="0" presId="urn:microsoft.com/office/officeart/2018/2/layout/IconLabelList"/>
    <dgm:cxn modelId="{061B7BF1-B6D3-4A9D-8B00-F408AB7F9BE1}" type="presParOf" srcId="{2AC05804-99BC-47B3-A117-01B741661D41}" destId="{C23D32A2-4F28-4DF3-A122-87A2DA917BCE}" srcOrd="1" destOrd="0" presId="urn:microsoft.com/office/officeart/2018/2/layout/IconLabelList"/>
    <dgm:cxn modelId="{403CCFB3-2670-46AF-BEAC-C04AB198B273}" type="presParOf" srcId="{2AC05804-99BC-47B3-A117-01B741661D41}" destId="{2A277F50-A7F6-45E9-92CD-EF2402A235C0}" srcOrd="2" destOrd="0" presId="urn:microsoft.com/office/officeart/2018/2/layout/IconLabelList"/>
    <dgm:cxn modelId="{FCAE7A99-7A03-4F65-9836-F3DB5580794B}" type="presParOf" srcId="{DCC291D6-9034-4908-8559-F733B29EB440}" destId="{93BC04D5-B386-402B-8456-5F1CC64FC096}" srcOrd="7" destOrd="0" presId="urn:microsoft.com/office/officeart/2018/2/layout/IconLabelList"/>
    <dgm:cxn modelId="{465DF042-828C-4863-9C40-5FD8679CED05}" type="presParOf" srcId="{DCC291D6-9034-4908-8559-F733B29EB440}" destId="{D120B57D-2040-4AF2-969C-256761A9C442}" srcOrd="8" destOrd="0" presId="urn:microsoft.com/office/officeart/2018/2/layout/IconLabelList"/>
    <dgm:cxn modelId="{CEF5A794-B2BE-449A-9F79-15ABCF33EEB7}" type="presParOf" srcId="{D120B57D-2040-4AF2-969C-256761A9C442}" destId="{18B5F94F-FA37-4117-84BE-D0082694D580}" srcOrd="0" destOrd="0" presId="urn:microsoft.com/office/officeart/2018/2/layout/IconLabelList"/>
    <dgm:cxn modelId="{FE5CD187-AF0A-46A1-B9EC-A23E895F9C41}" type="presParOf" srcId="{D120B57D-2040-4AF2-969C-256761A9C442}" destId="{2607C487-DF34-44D7-83A0-932FF7B8099D}" srcOrd="1" destOrd="0" presId="urn:microsoft.com/office/officeart/2018/2/layout/IconLabelList"/>
    <dgm:cxn modelId="{BDC71EF7-8290-4769-889C-9DEB084DB36B}" type="presParOf" srcId="{D120B57D-2040-4AF2-969C-256761A9C442}" destId="{4062BD80-A655-4D44-8EFA-EEC517C53E4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678E7D2-C07B-46FA-896A-5284A08B8B4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181F51F6-8BF9-4058-BCFF-FC463421D84C}">
      <dgm:prSet/>
      <dgm:spPr/>
      <dgm:t>
        <a:bodyPr/>
        <a:lstStyle/>
        <a:p>
          <a:r>
            <a:rPr lang="en-US"/>
            <a:t>• Checking accounts represent the highest customer activity</a:t>
          </a:r>
        </a:p>
      </dgm:t>
    </dgm:pt>
    <dgm:pt modelId="{98D27F59-2167-4E5C-9DF9-F6CAD5BF66A0}" type="parTrans" cxnId="{96D88858-22AB-4323-9628-B0210094558D}">
      <dgm:prSet/>
      <dgm:spPr/>
      <dgm:t>
        <a:bodyPr/>
        <a:lstStyle/>
        <a:p>
          <a:endParaRPr lang="en-US"/>
        </a:p>
      </dgm:t>
    </dgm:pt>
    <dgm:pt modelId="{5AB6AB6D-F9B1-4C37-BC61-B0D4583B6B20}" type="sibTrans" cxnId="{96D88858-22AB-4323-9628-B0210094558D}">
      <dgm:prSet/>
      <dgm:spPr/>
      <dgm:t>
        <a:bodyPr/>
        <a:lstStyle/>
        <a:p>
          <a:endParaRPr lang="en-US"/>
        </a:p>
      </dgm:t>
    </dgm:pt>
    <dgm:pt modelId="{8107EE7F-DEC0-4497-A8F1-8748DAE87DF4}">
      <dgm:prSet/>
      <dgm:spPr/>
      <dgm:t>
        <a:bodyPr/>
        <a:lstStyle/>
        <a:p>
          <a:r>
            <a:rPr lang="en-US"/>
            <a:t>• Savings accounts show strong customer trust</a:t>
          </a:r>
        </a:p>
      </dgm:t>
    </dgm:pt>
    <dgm:pt modelId="{ADEBA5A6-3C3B-4138-A1B1-366ABC9E8A39}" type="parTrans" cxnId="{E4FE0B3E-EBA7-4A4D-A7C9-46741F3D674D}">
      <dgm:prSet/>
      <dgm:spPr/>
      <dgm:t>
        <a:bodyPr/>
        <a:lstStyle/>
        <a:p>
          <a:endParaRPr lang="en-US"/>
        </a:p>
      </dgm:t>
    </dgm:pt>
    <dgm:pt modelId="{EA1FEEB1-C076-4B44-8620-0E240C07E1E3}" type="sibTrans" cxnId="{E4FE0B3E-EBA7-4A4D-A7C9-46741F3D674D}">
      <dgm:prSet/>
      <dgm:spPr/>
      <dgm:t>
        <a:bodyPr/>
        <a:lstStyle/>
        <a:p>
          <a:endParaRPr lang="en-US"/>
        </a:p>
      </dgm:t>
    </dgm:pt>
    <dgm:pt modelId="{8ABCAE01-4AFD-4814-B57F-B6FC32AEDA2E}">
      <dgm:prSet/>
      <dgm:spPr/>
      <dgm:t>
        <a:bodyPr/>
        <a:lstStyle/>
        <a:p>
          <a:r>
            <a:rPr lang="en-US"/>
            <a:t>• Superannuation savings vary by nationality</a:t>
          </a:r>
        </a:p>
      </dgm:t>
    </dgm:pt>
    <dgm:pt modelId="{9C6E2889-CCEB-4CC3-8F38-37828294A25E}" type="parTrans" cxnId="{6B937F09-7CAC-4274-80F6-589FEE303193}">
      <dgm:prSet/>
      <dgm:spPr/>
      <dgm:t>
        <a:bodyPr/>
        <a:lstStyle/>
        <a:p>
          <a:endParaRPr lang="en-US"/>
        </a:p>
      </dgm:t>
    </dgm:pt>
    <dgm:pt modelId="{1622C2D8-31FE-4C79-9DA4-6E9AD877C6C3}" type="sibTrans" cxnId="{6B937F09-7CAC-4274-80F6-589FEE303193}">
      <dgm:prSet/>
      <dgm:spPr/>
      <dgm:t>
        <a:bodyPr/>
        <a:lstStyle/>
        <a:p>
          <a:endParaRPr lang="en-US"/>
        </a:p>
      </dgm:t>
    </dgm:pt>
    <dgm:pt modelId="{E64CEF0E-779A-44F6-A749-CDE026BA447A}">
      <dgm:prSet/>
      <dgm:spPr/>
      <dgm:t>
        <a:bodyPr/>
        <a:lstStyle/>
        <a:p>
          <a:r>
            <a:rPr lang="en-US"/>
            <a:t>• Some investment advisors manage higher liabilities than others</a:t>
          </a:r>
        </a:p>
      </dgm:t>
    </dgm:pt>
    <dgm:pt modelId="{005AD26C-D104-4EA8-805D-83DD303EE478}" type="parTrans" cxnId="{208B9277-0732-45E6-A766-1ECC4FC2E20B}">
      <dgm:prSet/>
      <dgm:spPr/>
      <dgm:t>
        <a:bodyPr/>
        <a:lstStyle/>
        <a:p>
          <a:endParaRPr lang="en-US"/>
        </a:p>
      </dgm:t>
    </dgm:pt>
    <dgm:pt modelId="{354AD857-18A7-4C34-8BB1-5407DA4EE374}" type="sibTrans" cxnId="{208B9277-0732-45E6-A766-1ECC4FC2E20B}">
      <dgm:prSet/>
      <dgm:spPr/>
      <dgm:t>
        <a:bodyPr/>
        <a:lstStyle/>
        <a:p>
          <a:endParaRPr lang="en-US"/>
        </a:p>
      </dgm:t>
    </dgm:pt>
    <dgm:pt modelId="{89793051-D960-4B4F-AF12-3236CC608F57}">
      <dgm:prSet/>
      <dgm:spPr/>
      <dgm:t>
        <a:bodyPr/>
        <a:lstStyle/>
        <a:p>
          <a:r>
            <a:rPr lang="en-US"/>
            <a:t>• One loan fee structure dominates the lending portfolio</a:t>
          </a:r>
        </a:p>
      </dgm:t>
    </dgm:pt>
    <dgm:pt modelId="{03E00B90-EFC8-4579-B9DB-02A360D5779E}" type="parTrans" cxnId="{1578A16D-AFB5-4A02-A3C2-771CA61E82BC}">
      <dgm:prSet/>
      <dgm:spPr/>
      <dgm:t>
        <a:bodyPr/>
        <a:lstStyle/>
        <a:p>
          <a:endParaRPr lang="en-US"/>
        </a:p>
      </dgm:t>
    </dgm:pt>
    <dgm:pt modelId="{624D223E-C906-4D5D-B9CB-CC2A533252C4}" type="sibTrans" cxnId="{1578A16D-AFB5-4A02-A3C2-771CA61E82BC}">
      <dgm:prSet/>
      <dgm:spPr/>
      <dgm:t>
        <a:bodyPr/>
        <a:lstStyle/>
        <a:p>
          <a:endParaRPr lang="en-US"/>
        </a:p>
      </dgm:t>
    </dgm:pt>
    <dgm:pt modelId="{747160D1-D2BE-469E-83EE-17B87C31FFD1}" type="pres">
      <dgm:prSet presAssocID="{8678E7D2-C07B-46FA-896A-5284A08B8B41}" presName="root" presStyleCnt="0">
        <dgm:presLayoutVars>
          <dgm:dir/>
          <dgm:resizeHandles val="exact"/>
        </dgm:presLayoutVars>
      </dgm:prSet>
      <dgm:spPr/>
    </dgm:pt>
    <dgm:pt modelId="{A6D9B4A1-1A6E-4743-AE32-C0A9DBFF06D5}" type="pres">
      <dgm:prSet presAssocID="{181F51F6-8BF9-4058-BCFF-FC463421D84C}" presName="compNode" presStyleCnt="0"/>
      <dgm:spPr/>
    </dgm:pt>
    <dgm:pt modelId="{F9E10EAC-0BA6-4B45-BA51-D8F46A1170A1}" type="pres">
      <dgm:prSet presAssocID="{181F51F6-8BF9-4058-BCFF-FC463421D84C}" presName="bgRect" presStyleLbl="bgShp" presStyleIdx="0" presStyleCnt="5"/>
      <dgm:spPr/>
    </dgm:pt>
    <dgm:pt modelId="{89AE8FFF-73DA-4018-845B-EB8A67770146}" type="pres">
      <dgm:prSet presAssocID="{181F51F6-8BF9-4058-BCFF-FC463421D84C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37779AD7-9D10-4156-961F-0125FCCAACD8}" type="pres">
      <dgm:prSet presAssocID="{181F51F6-8BF9-4058-BCFF-FC463421D84C}" presName="spaceRect" presStyleCnt="0"/>
      <dgm:spPr/>
    </dgm:pt>
    <dgm:pt modelId="{3AB66A42-1C9F-4440-A5C6-0F93D1A8E250}" type="pres">
      <dgm:prSet presAssocID="{181F51F6-8BF9-4058-BCFF-FC463421D84C}" presName="parTx" presStyleLbl="revTx" presStyleIdx="0" presStyleCnt="5">
        <dgm:presLayoutVars>
          <dgm:chMax val="0"/>
          <dgm:chPref val="0"/>
        </dgm:presLayoutVars>
      </dgm:prSet>
      <dgm:spPr/>
    </dgm:pt>
    <dgm:pt modelId="{10E3F1C4-5A0A-46DC-B8DC-C225CF91C6A6}" type="pres">
      <dgm:prSet presAssocID="{5AB6AB6D-F9B1-4C37-BC61-B0D4583B6B20}" presName="sibTrans" presStyleCnt="0"/>
      <dgm:spPr/>
    </dgm:pt>
    <dgm:pt modelId="{CA82B58A-CB83-4525-9089-22D1FE4EE923}" type="pres">
      <dgm:prSet presAssocID="{8107EE7F-DEC0-4497-A8F1-8748DAE87DF4}" presName="compNode" presStyleCnt="0"/>
      <dgm:spPr/>
    </dgm:pt>
    <dgm:pt modelId="{DEBA9C03-6B4F-4991-8600-3DEE73B6D09B}" type="pres">
      <dgm:prSet presAssocID="{8107EE7F-DEC0-4497-A8F1-8748DAE87DF4}" presName="bgRect" presStyleLbl="bgShp" presStyleIdx="1" presStyleCnt="5"/>
      <dgm:spPr/>
    </dgm:pt>
    <dgm:pt modelId="{24A3FAEB-38DC-423C-A94E-EA8B25D784E3}" type="pres">
      <dgm:prSet presAssocID="{8107EE7F-DEC0-4497-A8F1-8748DAE87DF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ggy Bank"/>
        </a:ext>
      </dgm:extLst>
    </dgm:pt>
    <dgm:pt modelId="{CF80BD15-82B2-4544-9887-2D23290FD62E}" type="pres">
      <dgm:prSet presAssocID="{8107EE7F-DEC0-4497-A8F1-8748DAE87DF4}" presName="spaceRect" presStyleCnt="0"/>
      <dgm:spPr/>
    </dgm:pt>
    <dgm:pt modelId="{78CFE223-3987-4310-A4F6-C951F9021CD6}" type="pres">
      <dgm:prSet presAssocID="{8107EE7F-DEC0-4497-A8F1-8748DAE87DF4}" presName="parTx" presStyleLbl="revTx" presStyleIdx="1" presStyleCnt="5">
        <dgm:presLayoutVars>
          <dgm:chMax val="0"/>
          <dgm:chPref val="0"/>
        </dgm:presLayoutVars>
      </dgm:prSet>
      <dgm:spPr/>
    </dgm:pt>
    <dgm:pt modelId="{6F8ABAB0-DE01-4D37-BAF7-980F643BE8AD}" type="pres">
      <dgm:prSet presAssocID="{EA1FEEB1-C076-4B44-8620-0E240C07E1E3}" presName="sibTrans" presStyleCnt="0"/>
      <dgm:spPr/>
    </dgm:pt>
    <dgm:pt modelId="{F71F4024-AFA1-4EB0-8032-E5A03E3CEB11}" type="pres">
      <dgm:prSet presAssocID="{8ABCAE01-4AFD-4814-B57F-B6FC32AEDA2E}" presName="compNode" presStyleCnt="0"/>
      <dgm:spPr/>
    </dgm:pt>
    <dgm:pt modelId="{C24CD151-62C9-46CE-9755-64EEBF6E4A5F}" type="pres">
      <dgm:prSet presAssocID="{8ABCAE01-4AFD-4814-B57F-B6FC32AEDA2E}" presName="bgRect" presStyleLbl="bgShp" presStyleIdx="2" presStyleCnt="5"/>
      <dgm:spPr/>
    </dgm:pt>
    <dgm:pt modelId="{86EB1842-85B0-45E0-8D34-39EE209284BF}" type="pres">
      <dgm:prSet presAssocID="{8ABCAE01-4AFD-4814-B57F-B6FC32AEDA2E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69902DD6-3FAB-4739-AAD3-2B7BD9D525AD}" type="pres">
      <dgm:prSet presAssocID="{8ABCAE01-4AFD-4814-B57F-B6FC32AEDA2E}" presName="spaceRect" presStyleCnt="0"/>
      <dgm:spPr/>
    </dgm:pt>
    <dgm:pt modelId="{05A10DFA-13F2-4050-B852-8443A2488D0B}" type="pres">
      <dgm:prSet presAssocID="{8ABCAE01-4AFD-4814-B57F-B6FC32AEDA2E}" presName="parTx" presStyleLbl="revTx" presStyleIdx="2" presStyleCnt="5">
        <dgm:presLayoutVars>
          <dgm:chMax val="0"/>
          <dgm:chPref val="0"/>
        </dgm:presLayoutVars>
      </dgm:prSet>
      <dgm:spPr/>
    </dgm:pt>
    <dgm:pt modelId="{32CA201F-24CD-439E-88C2-B294149E8F3C}" type="pres">
      <dgm:prSet presAssocID="{1622C2D8-31FE-4C79-9DA4-6E9AD877C6C3}" presName="sibTrans" presStyleCnt="0"/>
      <dgm:spPr/>
    </dgm:pt>
    <dgm:pt modelId="{84595101-FE09-4B98-8DC1-CE8E14719259}" type="pres">
      <dgm:prSet presAssocID="{E64CEF0E-779A-44F6-A749-CDE026BA447A}" presName="compNode" presStyleCnt="0"/>
      <dgm:spPr/>
    </dgm:pt>
    <dgm:pt modelId="{86D1B0CD-6B64-4635-B015-BCE21FB44C52}" type="pres">
      <dgm:prSet presAssocID="{E64CEF0E-779A-44F6-A749-CDE026BA447A}" presName="bgRect" presStyleLbl="bgShp" presStyleIdx="3" presStyleCnt="5"/>
      <dgm:spPr/>
    </dgm:pt>
    <dgm:pt modelId="{0FC8C36E-19F1-4345-A8E8-6EC5CFDAD422}" type="pres">
      <dgm:prSet presAssocID="{E64CEF0E-779A-44F6-A749-CDE026BA447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E9B5D118-EB28-42AC-8A06-DFDA91234274}" type="pres">
      <dgm:prSet presAssocID="{E64CEF0E-779A-44F6-A749-CDE026BA447A}" presName="spaceRect" presStyleCnt="0"/>
      <dgm:spPr/>
    </dgm:pt>
    <dgm:pt modelId="{D2D8F7D9-9654-4C5E-BD4A-2F3CDD28980D}" type="pres">
      <dgm:prSet presAssocID="{E64CEF0E-779A-44F6-A749-CDE026BA447A}" presName="parTx" presStyleLbl="revTx" presStyleIdx="3" presStyleCnt="5">
        <dgm:presLayoutVars>
          <dgm:chMax val="0"/>
          <dgm:chPref val="0"/>
        </dgm:presLayoutVars>
      </dgm:prSet>
      <dgm:spPr/>
    </dgm:pt>
    <dgm:pt modelId="{FF3C4414-5285-45F6-B510-95E7251B7F3A}" type="pres">
      <dgm:prSet presAssocID="{354AD857-18A7-4C34-8BB1-5407DA4EE374}" presName="sibTrans" presStyleCnt="0"/>
      <dgm:spPr/>
    </dgm:pt>
    <dgm:pt modelId="{4EF3B9F0-C850-430F-9E4E-6F77EE4816EC}" type="pres">
      <dgm:prSet presAssocID="{89793051-D960-4B4F-AF12-3236CC608F57}" presName="compNode" presStyleCnt="0"/>
      <dgm:spPr/>
    </dgm:pt>
    <dgm:pt modelId="{C9F86887-58F3-4B17-ADFA-B57ECB86E67F}" type="pres">
      <dgm:prSet presAssocID="{89793051-D960-4B4F-AF12-3236CC608F57}" presName="bgRect" presStyleLbl="bgShp" presStyleIdx="4" presStyleCnt="5"/>
      <dgm:spPr/>
    </dgm:pt>
    <dgm:pt modelId="{0D3C9BAA-E598-4B57-B4D5-0C10B96754BF}" type="pres">
      <dgm:prSet presAssocID="{89793051-D960-4B4F-AF12-3236CC608F57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D1D3D972-B442-48A9-9C87-E288FA9CA9F3}" type="pres">
      <dgm:prSet presAssocID="{89793051-D960-4B4F-AF12-3236CC608F57}" presName="spaceRect" presStyleCnt="0"/>
      <dgm:spPr/>
    </dgm:pt>
    <dgm:pt modelId="{D04CCA01-08F2-402E-892C-C454225DA829}" type="pres">
      <dgm:prSet presAssocID="{89793051-D960-4B4F-AF12-3236CC608F57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9D8DBA08-F47E-4AAF-8DE4-8E7C142609DA}" type="presOf" srcId="{8ABCAE01-4AFD-4814-B57F-B6FC32AEDA2E}" destId="{05A10DFA-13F2-4050-B852-8443A2488D0B}" srcOrd="0" destOrd="0" presId="urn:microsoft.com/office/officeart/2018/2/layout/IconVerticalSolidList"/>
    <dgm:cxn modelId="{6B937F09-7CAC-4274-80F6-589FEE303193}" srcId="{8678E7D2-C07B-46FA-896A-5284A08B8B41}" destId="{8ABCAE01-4AFD-4814-B57F-B6FC32AEDA2E}" srcOrd="2" destOrd="0" parTransId="{9C6E2889-CCEB-4CC3-8F38-37828294A25E}" sibTransId="{1622C2D8-31FE-4C79-9DA4-6E9AD877C6C3}"/>
    <dgm:cxn modelId="{E4FE0B3E-EBA7-4A4D-A7C9-46741F3D674D}" srcId="{8678E7D2-C07B-46FA-896A-5284A08B8B41}" destId="{8107EE7F-DEC0-4497-A8F1-8748DAE87DF4}" srcOrd="1" destOrd="0" parTransId="{ADEBA5A6-3C3B-4138-A1B1-366ABC9E8A39}" sibTransId="{EA1FEEB1-C076-4B44-8620-0E240C07E1E3}"/>
    <dgm:cxn modelId="{522ECF45-0367-4363-A907-56705E3F2695}" type="presOf" srcId="{E64CEF0E-779A-44F6-A749-CDE026BA447A}" destId="{D2D8F7D9-9654-4C5E-BD4A-2F3CDD28980D}" srcOrd="0" destOrd="0" presId="urn:microsoft.com/office/officeart/2018/2/layout/IconVerticalSolidList"/>
    <dgm:cxn modelId="{1578A16D-AFB5-4A02-A3C2-771CA61E82BC}" srcId="{8678E7D2-C07B-46FA-896A-5284A08B8B41}" destId="{89793051-D960-4B4F-AF12-3236CC608F57}" srcOrd="4" destOrd="0" parTransId="{03E00B90-EFC8-4579-B9DB-02A360D5779E}" sibTransId="{624D223E-C906-4D5D-B9CB-CC2A533252C4}"/>
    <dgm:cxn modelId="{B81C7576-C525-48E9-9E71-64137675F816}" type="presOf" srcId="{181F51F6-8BF9-4058-BCFF-FC463421D84C}" destId="{3AB66A42-1C9F-4440-A5C6-0F93D1A8E250}" srcOrd="0" destOrd="0" presId="urn:microsoft.com/office/officeart/2018/2/layout/IconVerticalSolidList"/>
    <dgm:cxn modelId="{208B9277-0732-45E6-A766-1ECC4FC2E20B}" srcId="{8678E7D2-C07B-46FA-896A-5284A08B8B41}" destId="{E64CEF0E-779A-44F6-A749-CDE026BA447A}" srcOrd="3" destOrd="0" parTransId="{005AD26C-D104-4EA8-805D-83DD303EE478}" sibTransId="{354AD857-18A7-4C34-8BB1-5407DA4EE374}"/>
    <dgm:cxn modelId="{96D88858-22AB-4323-9628-B0210094558D}" srcId="{8678E7D2-C07B-46FA-896A-5284A08B8B41}" destId="{181F51F6-8BF9-4058-BCFF-FC463421D84C}" srcOrd="0" destOrd="0" parTransId="{98D27F59-2167-4E5C-9DF9-F6CAD5BF66A0}" sibTransId="{5AB6AB6D-F9B1-4C37-BC61-B0D4583B6B20}"/>
    <dgm:cxn modelId="{D3E08B7D-58BE-48D5-AF56-99F3D5533AD2}" type="presOf" srcId="{8678E7D2-C07B-46FA-896A-5284A08B8B41}" destId="{747160D1-D2BE-469E-83EE-17B87C31FFD1}" srcOrd="0" destOrd="0" presId="urn:microsoft.com/office/officeart/2018/2/layout/IconVerticalSolidList"/>
    <dgm:cxn modelId="{8DC2CE94-3B2E-4ACA-973D-A2FB2F7A1401}" type="presOf" srcId="{8107EE7F-DEC0-4497-A8F1-8748DAE87DF4}" destId="{78CFE223-3987-4310-A4F6-C951F9021CD6}" srcOrd="0" destOrd="0" presId="urn:microsoft.com/office/officeart/2018/2/layout/IconVerticalSolidList"/>
    <dgm:cxn modelId="{41BC7BBB-1589-4132-8C4D-8E99E6BAD207}" type="presOf" srcId="{89793051-D960-4B4F-AF12-3236CC608F57}" destId="{D04CCA01-08F2-402E-892C-C454225DA829}" srcOrd="0" destOrd="0" presId="urn:microsoft.com/office/officeart/2018/2/layout/IconVerticalSolidList"/>
    <dgm:cxn modelId="{F5385C30-69B5-4369-ABBA-1C262DB0CB50}" type="presParOf" srcId="{747160D1-D2BE-469E-83EE-17B87C31FFD1}" destId="{A6D9B4A1-1A6E-4743-AE32-C0A9DBFF06D5}" srcOrd="0" destOrd="0" presId="urn:microsoft.com/office/officeart/2018/2/layout/IconVerticalSolidList"/>
    <dgm:cxn modelId="{CD796801-89DF-4A2D-87B6-26EBD24F8682}" type="presParOf" srcId="{A6D9B4A1-1A6E-4743-AE32-C0A9DBFF06D5}" destId="{F9E10EAC-0BA6-4B45-BA51-D8F46A1170A1}" srcOrd="0" destOrd="0" presId="urn:microsoft.com/office/officeart/2018/2/layout/IconVerticalSolidList"/>
    <dgm:cxn modelId="{09F84573-9657-4E93-A414-D0662102A783}" type="presParOf" srcId="{A6D9B4A1-1A6E-4743-AE32-C0A9DBFF06D5}" destId="{89AE8FFF-73DA-4018-845B-EB8A67770146}" srcOrd="1" destOrd="0" presId="urn:microsoft.com/office/officeart/2018/2/layout/IconVerticalSolidList"/>
    <dgm:cxn modelId="{EAAEB6C7-39DE-4C33-946B-17CA3880FA88}" type="presParOf" srcId="{A6D9B4A1-1A6E-4743-AE32-C0A9DBFF06D5}" destId="{37779AD7-9D10-4156-961F-0125FCCAACD8}" srcOrd="2" destOrd="0" presId="urn:microsoft.com/office/officeart/2018/2/layout/IconVerticalSolidList"/>
    <dgm:cxn modelId="{9ABA9DFD-EF15-4EEE-ABC6-9ABDB1052EE7}" type="presParOf" srcId="{A6D9B4A1-1A6E-4743-AE32-C0A9DBFF06D5}" destId="{3AB66A42-1C9F-4440-A5C6-0F93D1A8E250}" srcOrd="3" destOrd="0" presId="urn:microsoft.com/office/officeart/2018/2/layout/IconVerticalSolidList"/>
    <dgm:cxn modelId="{AB86E3F7-80EA-4A5C-A2C6-785A51879C5C}" type="presParOf" srcId="{747160D1-D2BE-469E-83EE-17B87C31FFD1}" destId="{10E3F1C4-5A0A-46DC-B8DC-C225CF91C6A6}" srcOrd="1" destOrd="0" presId="urn:microsoft.com/office/officeart/2018/2/layout/IconVerticalSolidList"/>
    <dgm:cxn modelId="{E5FF1550-91C7-46C6-9B41-CC6623CEA049}" type="presParOf" srcId="{747160D1-D2BE-469E-83EE-17B87C31FFD1}" destId="{CA82B58A-CB83-4525-9089-22D1FE4EE923}" srcOrd="2" destOrd="0" presId="urn:microsoft.com/office/officeart/2018/2/layout/IconVerticalSolidList"/>
    <dgm:cxn modelId="{BE99AEE7-F473-4967-B3AA-DE2B750F914B}" type="presParOf" srcId="{CA82B58A-CB83-4525-9089-22D1FE4EE923}" destId="{DEBA9C03-6B4F-4991-8600-3DEE73B6D09B}" srcOrd="0" destOrd="0" presId="urn:microsoft.com/office/officeart/2018/2/layout/IconVerticalSolidList"/>
    <dgm:cxn modelId="{184D053A-6A5B-4F31-8B4E-B5C31E326E3F}" type="presParOf" srcId="{CA82B58A-CB83-4525-9089-22D1FE4EE923}" destId="{24A3FAEB-38DC-423C-A94E-EA8B25D784E3}" srcOrd="1" destOrd="0" presId="urn:microsoft.com/office/officeart/2018/2/layout/IconVerticalSolidList"/>
    <dgm:cxn modelId="{4311A5A9-A0F2-45F0-B10A-298D3A9AC64E}" type="presParOf" srcId="{CA82B58A-CB83-4525-9089-22D1FE4EE923}" destId="{CF80BD15-82B2-4544-9887-2D23290FD62E}" srcOrd="2" destOrd="0" presId="urn:microsoft.com/office/officeart/2018/2/layout/IconVerticalSolidList"/>
    <dgm:cxn modelId="{2522AADC-D9F3-4D1D-8959-E85F615BD2F0}" type="presParOf" srcId="{CA82B58A-CB83-4525-9089-22D1FE4EE923}" destId="{78CFE223-3987-4310-A4F6-C951F9021CD6}" srcOrd="3" destOrd="0" presId="urn:microsoft.com/office/officeart/2018/2/layout/IconVerticalSolidList"/>
    <dgm:cxn modelId="{EE1F9DA7-FCA4-47A4-8D47-5CE182FEE3D5}" type="presParOf" srcId="{747160D1-D2BE-469E-83EE-17B87C31FFD1}" destId="{6F8ABAB0-DE01-4D37-BAF7-980F643BE8AD}" srcOrd="3" destOrd="0" presId="urn:microsoft.com/office/officeart/2018/2/layout/IconVerticalSolidList"/>
    <dgm:cxn modelId="{0C025556-9488-4591-8167-45A4CD98BA77}" type="presParOf" srcId="{747160D1-D2BE-469E-83EE-17B87C31FFD1}" destId="{F71F4024-AFA1-4EB0-8032-E5A03E3CEB11}" srcOrd="4" destOrd="0" presId="urn:microsoft.com/office/officeart/2018/2/layout/IconVerticalSolidList"/>
    <dgm:cxn modelId="{EF7FDABD-C4C2-477C-BF1B-685875FC6699}" type="presParOf" srcId="{F71F4024-AFA1-4EB0-8032-E5A03E3CEB11}" destId="{C24CD151-62C9-46CE-9755-64EEBF6E4A5F}" srcOrd="0" destOrd="0" presId="urn:microsoft.com/office/officeart/2018/2/layout/IconVerticalSolidList"/>
    <dgm:cxn modelId="{B90B07AA-B3FF-454A-859A-8674C34A9963}" type="presParOf" srcId="{F71F4024-AFA1-4EB0-8032-E5A03E3CEB11}" destId="{86EB1842-85B0-45E0-8D34-39EE209284BF}" srcOrd="1" destOrd="0" presId="urn:microsoft.com/office/officeart/2018/2/layout/IconVerticalSolidList"/>
    <dgm:cxn modelId="{D24B4521-C1B0-424D-B962-9606AE0E767C}" type="presParOf" srcId="{F71F4024-AFA1-4EB0-8032-E5A03E3CEB11}" destId="{69902DD6-3FAB-4739-AAD3-2B7BD9D525AD}" srcOrd="2" destOrd="0" presId="urn:microsoft.com/office/officeart/2018/2/layout/IconVerticalSolidList"/>
    <dgm:cxn modelId="{901E4BDC-9FE3-4C0A-955B-8CF263C7B00C}" type="presParOf" srcId="{F71F4024-AFA1-4EB0-8032-E5A03E3CEB11}" destId="{05A10DFA-13F2-4050-B852-8443A2488D0B}" srcOrd="3" destOrd="0" presId="urn:microsoft.com/office/officeart/2018/2/layout/IconVerticalSolidList"/>
    <dgm:cxn modelId="{DEEB8965-DDA2-49FC-950E-47533F633011}" type="presParOf" srcId="{747160D1-D2BE-469E-83EE-17B87C31FFD1}" destId="{32CA201F-24CD-439E-88C2-B294149E8F3C}" srcOrd="5" destOrd="0" presId="urn:microsoft.com/office/officeart/2018/2/layout/IconVerticalSolidList"/>
    <dgm:cxn modelId="{6039916D-A45F-4B51-B740-C2C198DFEE8B}" type="presParOf" srcId="{747160D1-D2BE-469E-83EE-17B87C31FFD1}" destId="{84595101-FE09-4B98-8DC1-CE8E14719259}" srcOrd="6" destOrd="0" presId="urn:microsoft.com/office/officeart/2018/2/layout/IconVerticalSolidList"/>
    <dgm:cxn modelId="{A98AF227-5F53-4179-BC04-0784FC3CD23C}" type="presParOf" srcId="{84595101-FE09-4B98-8DC1-CE8E14719259}" destId="{86D1B0CD-6B64-4635-B015-BCE21FB44C52}" srcOrd="0" destOrd="0" presId="urn:microsoft.com/office/officeart/2018/2/layout/IconVerticalSolidList"/>
    <dgm:cxn modelId="{DFF65D18-72C0-43D0-AF91-51D0093A5FAE}" type="presParOf" srcId="{84595101-FE09-4B98-8DC1-CE8E14719259}" destId="{0FC8C36E-19F1-4345-A8E8-6EC5CFDAD422}" srcOrd="1" destOrd="0" presId="urn:microsoft.com/office/officeart/2018/2/layout/IconVerticalSolidList"/>
    <dgm:cxn modelId="{57F88306-5DD8-4277-8316-E61F6C144DA2}" type="presParOf" srcId="{84595101-FE09-4B98-8DC1-CE8E14719259}" destId="{E9B5D118-EB28-42AC-8A06-DFDA91234274}" srcOrd="2" destOrd="0" presId="urn:microsoft.com/office/officeart/2018/2/layout/IconVerticalSolidList"/>
    <dgm:cxn modelId="{814811DD-4D50-423B-8496-A38FF690FDD1}" type="presParOf" srcId="{84595101-FE09-4B98-8DC1-CE8E14719259}" destId="{D2D8F7D9-9654-4C5E-BD4A-2F3CDD28980D}" srcOrd="3" destOrd="0" presId="urn:microsoft.com/office/officeart/2018/2/layout/IconVerticalSolidList"/>
    <dgm:cxn modelId="{A2439134-7E8C-4C55-9DF0-A8C6EA6F2E44}" type="presParOf" srcId="{747160D1-D2BE-469E-83EE-17B87C31FFD1}" destId="{FF3C4414-5285-45F6-B510-95E7251B7F3A}" srcOrd="7" destOrd="0" presId="urn:microsoft.com/office/officeart/2018/2/layout/IconVerticalSolidList"/>
    <dgm:cxn modelId="{4C689D0D-233B-40A3-87FE-0BBA174A17EA}" type="presParOf" srcId="{747160D1-D2BE-469E-83EE-17B87C31FFD1}" destId="{4EF3B9F0-C850-430F-9E4E-6F77EE4816EC}" srcOrd="8" destOrd="0" presId="urn:microsoft.com/office/officeart/2018/2/layout/IconVerticalSolidList"/>
    <dgm:cxn modelId="{34493097-4B74-4A2D-A288-6CBADC1CF6C2}" type="presParOf" srcId="{4EF3B9F0-C850-430F-9E4E-6F77EE4816EC}" destId="{C9F86887-58F3-4B17-ADFA-B57ECB86E67F}" srcOrd="0" destOrd="0" presId="urn:microsoft.com/office/officeart/2018/2/layout/IconVerticalSolidList"/>
    <dgm:cxn modelId="{A1AF468F-E57B-4678-9819-CF044C9BF426}" type="presParOf" srcId="{4EF3B9F0-C850-430F-9E4E-6F77EE4816EC}" destId="{0D3C9BAA-E598-4B57-B4D5-0C10B96754BF}" srcOrd="1" destOrd="0" presId="urn:microsoft.com/office/officeart/2018/2/layout/IconVerticalSolidList"/>
    <dgm:cxn modelId="{D093CB7C-F89F-43C0-BCFD-CD47D48C8D9B}" type="presParOf" srcId="{4EF3B9F0-C850-430F-9E4E-6F77EE4816EC}" destId="{D1D3D972-B442-48A9-9C87-E288FA9CA9F3}" srcOrd="2" destOrd="0" presId="urn:microsoft.com/office/officeart/2018/2/layout/IconVerticalSolidList"/>
    <dgm:cxn modelId="{05DE4D14-F55B-4DE2-B799-1A8DAD59D925}" type="presParOf" srcId="{4EF3B9F0-C850-430F-9E4E-6F77EE4816EC}" destId="{D04CCA01-08F2-402E-892C-C454225DA82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AC02B3A-943A-4F3C-868B-CFF0F7F8BB5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D95656D-1845-4FD1-8DED-AF34EDFA141F}">
      <dgm:prSet/>
      <dgm:spPr/>
      <dgm:t>
        <a:bodyPr/>
        <a:lstStyle/>
        <a:p>
          <a:r>
            <a:rPr lang="en-US"/>
            <a:t>The project demonstrates a complete data analytics workflow including</a:t>
          </a:r>
        </a:p>
      </dgm:t>
    </dgm:pt>
    <dgm:pt modelId="{7643790C-3303-4A79-9167-DD32D8A2D991}" type="parTrans" cxnId="{AF01DA9E-2C7A-42B9-B724-F3C4F268712A}">
      <dgm:prSet/>
      <dgm:spPr/>
      <dgm:t>
        <a:bodyPr/>
        <a:lstStyle/>
        <a:p>
          <a:endParaRPr lang="en-US"/>
        </a:p>
      </dgm:t>
    </dgm:pt>
    <dgm:pt modelId="{27C1688C-C446-4CE5-B911-F5DB45745DE2}" type="sibTrans" cxnId="{AF01DA9E-2C7A-42B9-B724-F3C4F268712A}">
      <dgm:prSet/>
      <dgm:spPr/>
      <dgm:t>
        <a:bodyPr/>
        <a:lstStyle/>
        <a:p>
          <a:endParaRPr lang="en-US"/>
        </a:p>
      </dgm:t>
    </dgm:pt>
    <dgm:pt modelId="{73213010-5D4B-418B-AAC2-727DC3F8E6D7}">
      <dgm:prSet/>
      <dgm:spPr/>
      <dgm:t>
        <a:bodyPr/>
        <a:lstStyle/>
        <a:p>
          <a:r>
            <a:rPr lang="en-US"/>
            <a:t>data cleaning, transformation, feature engineering, and visualization.</a:t>
          </a:r>
        </a:p>
      </dgm:t>
    </dgm:pt>
    <dgm:pt modelId="{2A56B6B8-D933-45A9-810A-F226EBC3F1C1}" type="parTrans" cxnId="{81072D24-9C6C-4E32-B2C8-2998417BB3B8}">
      <dgm:prSet/>
      <dgm:spPr/>
      <dgm:t>
        <a:bodyPr/>
        <a:lstStyle/>
        <a:p>
          <a:endParaRPr lang="en-US"/>
        </a:p>
      </dgm:t>
    </dgm:pt>
    <dgm:pt modelId="{643F96F0-8AF2-4275-9C6B-083194C2A9F2}" type="sibTrans" cxnId="{81072D24-9C6C-4E32-B2C8-2998417BB3B8}">
      <dgm:prSet/>
      <dgm:spPr/>
      <dgm:t>
        <a:bodyPr/>
        <a:lstStyle/>
        <a:p>
          <a:endParaRPr lang="en-US"/>
        </a:p>
      </dgm:t>
    </dgm:pt>
    <dgm:pt modelId="{AAF176DA-2198-4731-B3C1-62BE74419663}">
      <dgm:prSet/>
      <dgm:spPr/>
      <dgm:t>
        <a:bodyPr/>
        <a:lstStyle/>
        <a:p>
          <a:r>
            <a:rPr lang="en-US"/>
            <a:t>The dashboard helps understand customer financial behavior.</a:t>
          </a:r>
        </a:p>
      </dgm:t>
    </dgm:pt>
    <dgm:pt modelId="{26739910-0898-42A0-8053-7C9DC7B6B460}" type="parTrans" cxnId="{55593FB2-AC50-4FBC-866C-46394166F4B2}">
      <dgm:prSet/>
      <dgm:spPr/>
      <dgm:t>
        <a:bodyPr/>
        <a:lstStyle/>
        <a:p>
          <a:endParaRPr lang="en-US"/>
        </a:p>
      </dgm:t>
    </dgm:pt>
    <dgm:pt modelId="{42CE7171-B4B9-46F9-9665-75B423BAD976}" type="sibTrans" cxnId="{55593FB2-AC50-4FBC-866C-46394166F4B2}">
      <dgm:prSet/>
      <dgm:spPr/>
      <dgm:t>
        <a:bodyPr/>
        <a:lstStyle/>
        <a:p>
          <a:endParaRPr lang="en-US"/>
        </a:p>
      </dgm:t>
    </dgm:pt>
    <dgm:pt modelId="{99932AB5-24BA-4804-BE50-CE0111F57B7C}" type="pres">
      <dgm:prSet presAssocID="{7AC02B3A-943A-4F3C-868B-CFF0F7F8BB57}" presName="root" presStyleCnt="0">
        <dgm:presLayoutVars>
          <dgm:dir/>
          <dgm:resizeHandles val="exact"/>
        </dgm:presLayoutVars>
      </dgm:prSet>
      <dgm:spPr/>
    </dgm:pt>
    <dgm:pt modelId="{D5285659-5497-4AA2-B0F1-C4AFF4EFA45B}" type="pres">
      <dgm:prSet presAssocID="{5D95656D-1845-4FD1-8DED-AF34EDFA141F}" presName="compNode" presStyleCnt="0"/>
      <dgm:spPr/>
    </dgm:pt>
    <dgm:pt modelId="{DE7E251A-34B0-4AAD-915F-2C76B7D5A4F4}" type="pres">
      <dgm:prSet presAssocID="{5D95656D-1845-4FD1-8DED-AF34EDFA141F}" presName="bgRect" presStyleLbl="bgShp" presStyleIdx="0" presStyleCnt="3"/>
      <dgm:spPr/>
    </dgm:pt>
    <dgm:pt modelId="{C891FC29-6A3B-48C1-8A82-7FF5D15E761D}" type="pres">
      <dgm:prSet presAssocID="{5D95656D-1845-4FD1-8DED-AF34EDFA141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ABF50233-0CA1-468E-B628-8446B5C7B840}" type="pres">
      <dgm:prSet presAssocID="{5D95656D-1845-4FD1-8DED-AF34EDFA141F}" presName="spaceRect" presStyleCnt="0"/>
      <dgm:spPr/>
    </dgm:pt>
    <dgm:pt modelId="{FE18367C-EAA1-483E-84ED-BD4A0F2E8D1A}" type="pres">
      <dgm:prSet presAssocID="{5D95656D-1845-4FD1-8DED-AF34EDFA141F}" presName="parTx" presStyleLbl="revTx" presStyleIdx="0" presStyleCnt="3">
        <dgm:presLayoutVars>
          <dgm:chMax val="0"/>
          <dgm:chPref val="0"/>
        </dgm:presLayoutVars>
      </dgm:prSet>
      <dgm:spPr/>
    </dgm:pt>
    <dgm:pt modelId="{889E0BF5-EC97-42A3-9904-D06221DB186B}" type="pres">
      <dgm:prSet presAssocID="{27C1688C-C446-4CE5-B911-F5DB45745DE2}" presName="sibTrans" presStyleCnt="0"/>
      <dgm:spPr/>
    </dgm:pt>
    <dgm:pt modelId="{944F27F4-56AE-4708-B285-2D5FDEA37564}" type="pres">
      <dgm:prSet presAssocID="{73213010-5D4B-418B-AAC2-727DC3F8E6D7}" presName="compNode" presStyleCnt="0"/>
      <dgm:spPr/>
    </dgm:pt>
    <dgm:pt modelId="{D8F17156-643A-4BEF-A8E5-FD5A9D0E5BC9}" type="pres">
      <dgm:prSet presAssocID="{73213010-5D4B-418B-AAC2-727DC3F8E6D7}" presName="bgRect" presStyleLbl="bgShp" presStyleIdx="1" presStyleCnt="3"/>
      <dgm:spPr/>
    </dgm:pt>
    <dgm:pt modelId="{58E66C1E-6D58-4EE7-A58C-53C30E2324C4}" type="pres">
      <dgm:prSet presAssocID="{73213010-5D4B-418B-AAC2-727DC3F8E6D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1991E5D4-A705-4481-B5CE-229D07A3F029}" type="pres">
      <dgm:prSet presAssocID="{73213010-5D4B-418B-AAC2-727DC3F8E6D7}" presName="spaceRect" presStyleCnt="0"/>
      <dgm:spPr/>
    </dgm:pt>
    <dgm:pt modelId="{33842CD4-51CB-4D91-A047-E263F9BCBE2D}" type="pres">
      <dgm:prSet presAssocID="{73213010-5D4B-418B-AAC2-727DC3F8E6D7}" presName="parTx" presStyleLbl="revTx" presStyleIdx="1" presStyleCnt="3">
        <dgm:presLayoutVars>
          <dgm:chMax val="0"/>
          <dgm:chPref val="0"/>
        </dgm:presLayoutVars>
      </dgm:prSet>
      <dgm:spPr/>
    </dgm:pt>
    <dgm:pt modelId="{DCDA003E-91D1-4537-8FED-171B56CEE165}" type="pres">
      <dgm:prSet presAssocID="{643F96F0-8AF2-4275-9C6B-083194C2A9F2}" presName="sibTrans" presStyleCnt="0"/>
      <dgm:spPr/>
    </dgm:pt>
    <dgm:pt modelId="{69EAE966-EABA-4C23-85F4-E1609DC2E1CB}" type="pres">
      <dgm:prSet presAssocID="{AAF176DA-2198-4731-B3C1-62BE74419663}" presName="compNode" presStyleCnt="0"/>
      <dgm:spPr/>
    </dgm:pt>
    <dgm:pt modelId="{8E3A58E0-A892-432C-BE06-B421BFE9C37B}" type="pres">
      <dgm:prSet presAssocID="{AAF176DA-2198-4731-B3C1-62BE74419663}" presName="bgRect" presStyleLbl="bgShp" presStyleIdx="2" presStyleCnt="3"/>
      <dgm:spPr/>
    </dgm:pt>
    <dgm:pt modelId="{A1F689DC-4130-4326-BB1E-9B4076A813D8}" type="pres">
      <dgm:prSet presAssocID="{AAF176DA-2198-4731-B3C1-62BE7441966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816CF86D-6E61-4D88-A2CC-10146AB16B82}" type="pres">
      <dgm:prSet presAssocID="{AAF176DA-2198-4731-B3C1-62BE74419663}" presName="spaceRect" presStyleCnt="0"/>
      <dgm:spPr/>
    </dgm:pt>
    <dgm:pt modelId="{BB0F17F7-38A0-4E9A-A215-D31E33E1EEF4}" type="pres">
      <dgm:prSet presAssocID="{AAF176DA-2198-4731-B3C1-62BE7441966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6BA051C-F6EF-49D6-A8E5-06DB774E805D}" type="presOf" srcId="{AAF176DA-2198-4731-B3C1-62BE74419663}" destId="{BB0F17F7-38A0-4E9A-A215-D31E33E1EEF4}" srcOrd="0" destOrd="0" presId="urn:microsoft.com/office/officeart/2018/2/layout/IconVerticalSolidList"/>
    <dgm:cxn modelId="{81072D24-9C6C-4E32-B2C8-2998417BB3B8}" srcId="{7AC02B3A-943A-4F3C-868B-CFF0F7F8BB57}" destId="{73213010-5D4B-418B-AAC2-727DC3F8E6D7}" srcOrd="1" destOrd="0" parTransId="{2A56B6B8-D933-45A9-810A-F226EBC3F1C1}" sibTransId="{643F96F0-8AF2-4275-9C6B-083194C2A9F2}"/>
    <dgm:cxn modelId="{A752DA4E-3BFE-4E75-8638-D86F316E6CCF}" type="presOf" srcId="{7AC02B3A-943A-4F3C-868B-CFF0F7F8BB57}" destId="{99932AB5-24BA-4804-BE50-CE0111F57B7C}" srcOrd="0" destOrd="0" presId="urn:microsoft.com/office/officeart/2018/2/layout/IconVerticalSolidList"/>
    <dgm:cxn modelId="{AF01DA9E-2C7A-42B9-B724-F3C4F268712A}" srcId="{7AC02B3A-943A-4F3C-868B-CFF0F7F8BB57}" destId="{5D95656D-1845-4FD1-8DED-AF34EDFA141F}" srcOrd="0" destOrd="0" parTransId="{7643790C-3303-4A79-9167-DD32D8A2D991}" sibTransId="{27C1688C-C446-4CE5-B911-F5DB45745DE2}"/>
    <dgm:cxn modelId="{55593FB2-AC50-4FBC-866C-46394166F4B2}" srcId="{7AC02B3A-943A-4F3C-868B-CFF0F7F8BB57}" destId="{AAF176DA-2198-4731-B3C1-62BE74419663}" srcOrd="2" destOrd="0" parTransId="{26739910-0898-42A0-8053-7C9DC7B6B460}" sibTransId="{42CE7171-B4B9-46F9-9665-75B423BAD976}"/>
    <dgm:cxn modelId="{8363C2B7-36EC-4A6A-ABC2-295FE3472B81}" type="presOf" srcId="{73213010-5D4B-418B-AAC2-727DC3F8E6D7}" destId="{33842CD4-51CB-4D91-A047-E263F9BCBE2D}" srcOrd="0" destOrd="0" presId="urn:microsoft.com/office/officeart/2018/2/layout/IconVerticalSolidList"/>
    <dgm:cxn modelId="{E76595DE-37B0-478C-A89F-44CDF6C3836B}" type="presOf" srcId="{5D95656D-1845-4FD1-8DED-AF34EDFA141F}" destId="{FE18367C-EAA1-483E-84ED-BD4A0F2E8D1A}" srcOrd="0" destOrd="0" presId="urn:microsoft.com/office/officeart/2018/2/layout/IconVerticalSolidList"/>
    <dgm:cxn modelId="{13227FB9-D1CD-4C44-B0E4-088FB1F9F6F5}" type="presParOf" srcId="{99932AB5-24BA-4804-BE50-CE0111F57B7C}" destId="{D5285659-5497-4AA2-B0F1-C4AFF4EFA45B}" srcOrd="0" destOrd="0" presId="urn:microsoft.com/office/officeart/2018/2/layout/IconVerticalSolidList"/>
    <dgm:cxn modelId="{9CF63BD8-F2F4-4256-873D-31F9BA295DC7}" type="presParOf" srcId="{D5285659-5497-4AA2-B0F1-C4AFF4EFA45B}" destId="{DE7E251A-34B0-4AAD-915F-2C76B7D5A4F4}" srcOrd="0" destOrd="0" presId="urn:microsoft.com/office/officeart/2018/2/layout/IconVerticalSolidList"/>
    <dgm:cxn modelId="{1D530752-5A2C-44A8-B88B-E11C71629FAD}" type="presParOf" srcId="{D5285659-5497-4AA2-B0F1-C4AFF4EFA45B}" destId="{C891FC29-6A3B-48C1-8A82-7FF5D15E761D}" srcOrd="1" destOrd="0" presId="urn:microsoft.com/office/officeart/2018/2/layout/IconVerticalSolidList"/>
    <dgm:cxn modelId="{9A013858-A0D0-4F42-B132-8D5234E8577D}" type="presParOf" srcId="{D5285659-5497-4AA2-B0F1-C4AFF4EFA45B}" destId="{ABF50233-0CA1-468E-B628-8446B5C7B840}" srcOrd="2" destOrd="0" presId="urn:microsoft.com/office/officeart/2018/2/layout/IconVerticalSolidList"/>
    <dgm:cxn modelId="{29C1AAC6-403A-4D39-AD89-A662CBF2138E}" type="presParOf" srcId="{D5285659-5497-4AA2-B0F1-C4AFF4EFA45B}" destId="{FE18367C-EAA1-483E-84ED-BD4A0F2E8D1A}" srcOrd="3" destOrd="0" presId="urn:microsoft.com/office/officeart/2018/2/layout/IconVerticalSolidList"/>
    <dgm:cxn modelId="{ACE97DEB-D023-491D-9134-9142AE044849}" type="presParOf" srcId="{99932AB5-24BA-4804-BE50-CE0111F57B7C}" destId="{889E0BF5-EC97-42A3-9904-D06221DB186B}" srcOrd="1" destOrd="0" presId="urn:microsoft.com/office/officeart/2018/2/layout/IconVerticalSolidList"/>
    <dgm:cxn modelId="{7493E59A-5F1C-487E-BF9F-B1D83524DAC1}" type="presParOf" srcId="{99932AB5-24BA-4804-BE50-CE0111F57B7C}" destId="{944F27F4-56AE-4708-B285-2D5FDEA37564}" srcOrd="2" destOrd="0" presId="urn:microsoft.com/office/officeart/2018/2/layout/IconVerticalSolidList"/>
    <dgm:cxn modelId="{E35A3505-0E8F-46D1-8CAB-6679734A4E75}" type="presParOf" srcId="{944F27F4-56AE-4708-B285-2D5FDEA37564}" destId="{D8F17156-643A-4BEF-A8E5-FD5A9D0E5BC9}" srcOrd="0" destOrd="0" presId="urn:microsoft.com/office/officeart/2018/2/layout/IconVerticalSolidList"/>
    <dgm:cxn modelId="{BF9A9952-C484-4C0C-815C-C3FF0A33CED2}" type="presParOf" srcId="{944F27F4-56AE-4708-B285-2D5FDEA37564}" destId="{58E66C1E-6D58-4EE7-A58C-53C30E2324C4}" srcOrd="1" destOrd="0" presId="urn:microsoft.com/office/officeart/2018/2/layout/IconVerticalSolidList"/>
    <dgm:cxn modelId="{4F6F8CE7-E550-4F64-8E69-FB27B3EC53D6}" type="presParOf" srcId="{944F27F4-56AE-4708-B285-2D5FDEA37564}" destId="{1991E5D4-A705-4481-B5CE-229D07A3F029}" srcOrd="2" destOrd="0" presId="urn:microsoft.com/office/officeart/2018/2/layout/IconVerticalSolidList"/>
    <dgm:cxn modelId="{45AB2AC8-3231-438B-AA07-BF67AFCBC49A}" type="presParOf" srcId="{944F27F4-56AE-4708-B285-2D5FDEA37564}" destId="{33842CD4-51CB-4D91-A047-E263F9BCBE2D}" srcOrd="3" destOrd="0" presId="urn:microsoft.com/office/officeart/2018/2/layout/IconVerticalSolidList"/>
    <dgm:cxn modelId="{BEEEF7C7-BB8B-4A8F-ABC5-A85CF9C7CEAE}" type="presParOf" srcId="{99932AB5-24BA-4804-BE50-CE0111F57B7C}" destId="{DCDA003E-91D1-4537-8FED-171B56CEE165}" srcOrd="3" destOrd="0" presId="urn:microsoft.com/office/officeart/2018/2/layout/IconVerticalSolidList"/>
    <dgm:cxn modelId="{9C786DA5-0189-416C-AEC5-F5C7901398DF}" type="presParOf" srcId="{99932AB5-24BA-4804-BE50-CE0111F57B7C}" destId="{69EAE966-EABA-4C23-85F4-E1609DC2E1CB}" srcOrd="4" destOrd="0" presId="urn:microsoft.com/office/officeart/2018/2/layout/IconVerticalSolidList"/>
    <dgm:cxn modelId="{16A3C59C-7C2A-46D5-90DD-154DD5C40470}" type="presParOf" srcId="{69EAE966-EABA-4C23-85F4-E1609DC2E1CB}" destId="{8E3A58E0-A892-432C-BE06-B421BFE9C37B}" srcOrd="0" destOrd="0" presId="urn:microsoft.com/office/officeart/2018/2/layout/IconVerticalSolidList"/>
    <dgm:cxn modelId="{3A1F6E66-4DFB-4EDA-9414-41E2953430E9}" type="presParOf" srcId="{69EAE966-EABA-4C23-85F4-E1609DC2E1CB}" destId="{A1F689DC-4130-4326-BB1E-9B4076A813D8}" srcOrd="1" destOrd="0" presId="urn:microsoft.com/office/officeart/2018/2/layout/IconVerticalSolidList"/>
    <dgm:cxn modelId="{E4090819-5F7F-427E-ADA4-1787901C941F}" type="presParOf" srcId="{69EAE966-EABA-4C23-85F4-E1609DC2E1CB}" destId="{816CF86D-6E61-4D88-A2CC-10146AB16B82}" srcOrd="2" destOrd="0" presId="urn:microsoft.com/office/officeart/2018/2/layout/IconVerticalSolidList"/>
    <dgm:cxn modelId="{7212264B-E06C-445B-9FF9-FA2DD09FA45F}" type="presParOf" srcId="{69EAE966-EABA-4C23-85F4-E1609DC2E1CB}" destId="{BB0F17F7-38A0-4E9A-A215-D31E33E1EEF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F7B608-4B1E-4E9A-A115-9863D17693BC}">
      <dsp:nvSpPr>
        <dsp:cNvPr id="0" name=""/>
        <dsp:cNvSpPr/>
      </dsp:nvSpPr>
      <dsp:spPr>
        <a:xfrm>
          <a:off x="0" y="2288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7727CA-041C-44A6-BFC0-D2FA17CDF114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38E98F-5169-4B9E-BEAE-15A8784C5406}">
      <dsp:nvSpPr>
        <dsp:cNvPr id="0" name=""/>
        <dsp:cNvSpPr/>
      </dsp:nvSpPr>
      <dsp:spPr>
        <a:xfrm>
          <a:off x="1339618" y="2288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Understand customer account distribution</a:t>
          </a:r>
        </a:p>
      </dsp:txBody>
      <dsp:txXfrm>
        <a:off x="1339618" y="2288"/>
        <a:ext cx="3433549" cy="1159843"/>
      </dsp:txXfrm>
    </dsp:sp>
    <dsp:sp modelId="{CEB4C24A-E6BF-437A-A3CA-62E7EDDD8C38}">
      <dsp:nvSpPr>
        <dsp:cNvPr id="0" name=""/>
        <dsp:cNvSpPr/>
      </dsp:nvSpPr>
      <dsp:spPr>
        <a:xfrm>
          <a:off x="0" y="1452092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68DA3B-9152-47D3-A4AE-ABE77E05D57E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5F1A50-0389-4F8F-BF33-E8A7B4B25F77}">
      <dsp:nvSpPr>
        <dsp:cNvPr id="0" name=""/>
        <dsp:cNvSpPr/>
      </dsp:nvSpPr>
      <dsp:spPr>
        <a:xfrm>
          <a:off x="1339618" y="1452092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Analyze liabilities and loan structures</a:t>
          </a:r>
        </a:p>
      </dsp:txBody>
      <dsp:txXfrm>
        <a:off x="1339618" y="1452092"/>
        <a:ext cx="3433549" cy="1159843"/>
      </dsp:txXfrm>
    </dsp:sp>
    <dsp:sp modelId="{A24F0938-5D4C-46D3-8747-020DD727666A}">
      <dsp:nvSpPr>
        <dsp:cNvPr id="0" name=""/>
        <dsp:cNvSpPr/>
      </dsp:nvSpPr>
      <dsp:spPr>
        <a:xfrm>
          <a:off x="0" y="2901896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1E739E-29B3-4252-B3EA-8342768A4646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106FA3-0840-497D-9385-A7527CD13582}">
      <dsp:nvSpPr>
        <dsp:cNvPr id="0" name=""/>
        <dsp:cNvSpPr/>
      </dsp:nvSpPr>
      <dsp:spPr>
        <a:xfrm>
          <a:off x="1339618" y="2901896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Identify customer financial patterns</a:t>
          </a:r>
        </a:p>
      </dsp:txBody>
      <dsp:txXfrm>
        <a:off x="1339618" y="2901896"/>
        <a:ext cx="3433549" cy="1159843"/>
      </dsp:txXfrm>
    </dsp:sp>
    <dsp:sp modelId="{707856AB-BFDC-4C65-BFA7-B473C57AC69C}">
      <dsp:nvSpPr>
        <dsp:cNvPr id="0" name=""/>
        <dsp:cNvSpPr/>
      </dsp:nvSpPr>
      <dsp:spPr>
        <a:xfrm>
          <a:off x="0" y="4351700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E2925D-6A67-4C10-B01D-5898BFDD06F7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F40E44-7F40-44CC-A0AC-50CA0A6699C3}">
      <dsp:nvSpPr>
        <dsp:cNvPr id="0" name=""/>
        <dsp:cNvSpPr/>
      </dsp:nvSpPr>
      <dsp:spPr>
        <a:xfrm>
          <a:off x="1339618" y="4351700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Support data‑driven banking decisions</a:t>
          </a:r>
        </a:p>
      </dsp:txBody>
      <dsp:txXfrm>
        <a:off x="1339618" y="4351700"/>
        <a:ext cx="3433549" cy="11598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4AC611-999F-4345-B551-F6E6CDA8352E}">
      <dsp:nvSpPr>
        <dsp:cNvPr id="0" name=""/>
        <dsp:cNvSpPr/>
      </dsp:nvSpPr>
      <dsp:spPr>
        <a:xfrm>
          <a:off x="0" y="682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B2BD94-D1E5-482F-B28B-22E145C43C71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F48057-E24A-4833-899F-677B1EB79B75}">
      <dsp:nvSpPr>
        <dsp:cNvPr id="0" name=""/>
        <dsp:cNvSpPr/>
      </dsp:nvSpPr>
      <dsp:spPr>
        <a:xfrm>
          <a:off x="1844034" y="682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SQL – Data cleaning and transformation</a:t>
          </a:r>
        </a:p>
      </dsp:txBody>
      <dsp:txXfrm>
        <a:off x="1844034" y="682"/>
        <a:ext cx="2839914" cy="1596566"/>
      </dsp:txXfrm>
    </dsp:sp>
    <dsp:sp modelId="{ADC87DCE-3A3E-404F-B7A2-1C82055F4304}">
      <dsp:nvSpPr>
        <dsp:cNvPr id="0" name=""/>
        <dsp:cNvSpPr/>
      </dsp:nvSpPr>
      <dsp:spPr>
        <a:xfrm>
          <a:off x="0" y="1996390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0814D7-59CD-42C7-A806-983C1271806A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E6D51B-8D99-437F-B3E9-D92B83221825}">
      <dsp:nvSpPr>
        <dsp:cNvPr id="0" name=""/>
        <dsp:cNvSpPr/>
      </dsp:nvSpPr>
      <dsp:spPr>
        <a:xfrm>
          <a:off x="1844034" y="1996390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Power BI – Data visualization</a:t>
          </a:r>
        </a:p>
      </dsp:txBody>
      <dsp:txXfrm>
        <a:off x="1844034" y="1996390"/>
        <a:ext cx="2839914" cy="1596566"/>
      </dsp:txXfrm>
    </dsp:sp>
    <dsp:sp modelId="{451521CE-425A-48A7-8E08-540DB5B364A2}">
      <dsp:nvSpPr>
        <dsp:cNvPr id="0" name=""/>
        <dsp:cNvSpPr/>
      </dsp:nvSpPr>
      <dsp:spPr>
        <a:xfrm>
          <a:off x="0" y="3992098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427F5E-DEA4-42A5-AF71-3AD45BFF19C5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FA9854-6D39-4BEB-85DD-8282B0AA608C}">
      <dsp:nvSpPr>
        <dsp:cNvPr id="0" name=""/>
        <dsp:cNvSpPr/>
      </dsp:nvSpPr>
      <dsp:spPr>
        <a:xfrm>
          <a:off x="1844034" y="3992098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Banking dataset – Customer financial records</a:t>
          </a:r>
        </a:p>
      </dsp:txBody>
      <dsp:txXfrm>
        <a:off x="1844034" y="3992098"/>
        <a:ext cx="2839914" cy="15965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8DBBB7-F1C9-49A5-A114-97CEC9D41CE2}">
      <dsp:nvSpPr>
        <dsp:cNvPr id="0" name=""/>
        <dsp:cNvSpPr/>
      </dsp:nvSpPr>
      <dsp:spPr>
        <a:xfrm>
          <a:off x="3371403" y="736"/>
          <a:ext cx="1486792" cy="9664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Standardized data types for financial columns</a:t>
          </a:r>
        </a:p>
      </dsp:txBody>
      <dsp:txXfrm>
        <a:off x="3418579" y="47912"/>
        <a:ext cx="1392440" cy="872063"/>
      </dsp:txXfrm>
    </dsp:sp>
    <dsp:sp modelId="{698A9C24-FCF8-41DF-B267-B711B949DF37}">
      <dsp:nvSpPr>
        <dsp:cNvPr id="0" name=""/>
        <dsp:cNvSpPr/>
      </dsp:nvSpPr>
      <dsp:spPr>
        <a:xfrm>
          <a:off x="2183365" y="483943"/>
          <a:ext cx="3862868" cy="3862868"/>
        </a:xfrm>
        <a:custGeom>
          <a:avLst/>
          <a:gdLst/>
          <a:ahLst/>
          <a:cxnLst/>
          <a:rect l="0" t="0" r="0" b="0"/>
          <a:pathLst>
            <a:path>
              <a:moveTo>
                <a:pt x="2685052" y="153092"/>
              </a:moveTo>
              <a:arcTo wR="1931434" hR="1931434" stAng="17577964" swAng="1962280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F104F1-420B-493A-954F-73435E321BC3}">
      <dsp:nvSpPr>
        <dsp:cNvPr id="0" name=""/>
        <dsp:cNvSpPr/>
      </dsp:nvSpPr>
      <dsp:spPr>
        <a:xfrm>
          <a:off x="5208306" y="1335324"/>
          <a:ext cx="1486792" cy="9664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Renamed inconsistent column names</a:t>
          </a:r>
        </a:p>
      </dsp:txBody>
      <dsp:txXfrm>
        <a:off x="5255482" y="1382500"/>
        <a:ext cx="1392440" cy="872063"/>
      </dsp:txXfrm>
    </dsp:sp>
    <dsp:sp modelId="{081B730B-AFEE-4C39-A81D-1263E77C5EA3}">
      <dsp:nvSpPr>
        <dsp:cNvPr id="0" name=""/>
        <dsp:cNvSpPr/>
      </dsp:nvSpPr>
      <dsp:spPr>
        <a:xfrm>
          <a:off x="2183365" y="483943"/>
          <a:ext cx="3862868" cy="3862868"/>
        </a:xfrm>
        <a:custGeom>
          <a:avLst/>
          <a:gdLst/>
          <a:ahLst/>
          <a:cxnLst/>
          <a:rect l="0" t="0" r="0" b="0"/>
          <a:pathLst>
            <a:path>
              <a:moveTo>
                <a:pt x="3860210" y="1830145"/>
              </a:moveTo>
              <a:arcTo wR="1931434" hR="1931434" stAng="21419634" swAng="2196873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9A869D-B3CF-4C26-8B96-0230217280EB}">
      <dsp:nvSpPr>
        <dsp:cNvPr id="0" name=""/>
        <dsp:cNvSpPr/>
      </dsp:nvSpPr>
      <dsp:spPr>
        <a:xfrm>
          <a:off x="4506671" y="3494733"/>
          <a:ext cx="1486792" cy="9664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Handled missing and zero values</a:t>
          </a:r>
        </a:p>
      </dsp:txBody>
      <dsp:txXfrm>
        <a:off x="4553847" y="3541909"/>
        <a:ext cx="1392440" cy="872063"/>
      </dsp:txXfrm>
    </dsp:sp>
    <dsp:sp modelId="{FA5B1919-B569-4E6C-B3B8-95542174C74C}">
      <dsp:nvSpPr>
        <dsp:cNvPr id="0" name=""/>
        <dsp:cNvSpPr/>
      </dsp:nvSpPr>
      <dsp:spPr>
        <a:xfrm>
          <a:off x="2183365" y="483943"/>
          <a:ext cx="3862868" cy="3862868"/>
        </a:xfrm>
        <a:custGeom>
          <a:avLst/>
          <a:gdLst/>
          <a:ahLst/>
          <a:cxnLst/>
          <a:rect l="0" t="0" r="0" b="0"/>
          <a:pathLst>
            <a:path>
              <a:moveTo>
                <a:pt x="2315628" y="3824271"/>
              </a:moveTo>
              <a:arcTo wR="1931434" hR="1931434" stAng="4711583" swAng="1376834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A31DC9-1724-41E4-9D67-6A121482607D}">
      <dsp:nvSpPr>
        <dsp:cNvPr id="0" name=""/>
        <dsp:cNvSpPr/>
      </dsp:nvSpPr>
      <dsp:spPr>
        <a:xfrm>
          <a:off x="2236135" y="3494733"/>
          <a:ext cx="1486792" cy="9664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Removed duplicate customer records</a:t>
          </a:r>
        </a:p>
      </dsp:txBody>
      <dsp:txXfrm>
        <a:off x="2283311" y="3541909"/>
        <a:ext cx="1392440" cy="872063"/>
      </dsp:txXfrm>
    </dsp:sp>
    <dsp:sp modelId="{58992581-9902-4627-9A53-84424343BBBD}">
      <dsp:nvSpPr>
        <dsp:cNvPr id="0" name=""/>
        <dsp:cNvSpPr/>
      </dsp:nvSpPr>
      <dsp:spPr>
        <a:xfrm>
          <a:off x="2183365" y="483943"/>
          <a:ext cx="3862868" cy="3862868"/>
        </a:xfrm>
        <a:custGeom>
          <a:avLst/>
          <a:gdLst/>
          <a:ahLst/>
          <a:cxnLst/>
          <a:rect l="0" t="0" r="0" b="0"/>
          <a:pathLst>
            <a:path>
              <a:moveTo>
                <a:pt x="322859" y="3000510"/>
              </a:moveTo>
              <a:arcTo wR="1931434" hR="1931434" stAng="8783493" swAng="2196873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8B4179-FC05-49F8-9DA8-EF71449825E8}">
      <dsp:nvSpPr>
        <dsp:cNvPr id="0" name=""/>
        <dsp:cNvSpPr/>
      </dsp:nvSpPr>
      <dsp:spPr>
        <a:xfrm>
          <a:off x="1534500" y="1335324"/>
          <a:ext cx="1486792" cy="9664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Standardized text fields such as names and IDs</a:t>
          </a:r>
        </a:p>
      </dsp:txBody>
      <dsp:txXfrm>
        <a:off x="1581676" y="1382500"/>
        <a:ext cx="1392440" cy="872063"/>
      </dsp:txXfrm>
    </dsp:sp>
    <dsp:sp modelId="{3AB36DEC-9FA5-44E1-8001-5DA440C18BF9}">
      <dsp:nvSpPr>
        <dsp:cNvPr id="0" name=""/>
        <dsp:cNvSpPr/>
      </dsp:nvSpPr>
      <dsp:spPr>
        <a:xfrm>
          <a:off x="2183365" y="483943"/>
          <a:ext cx="3862868" cy="3862868"/>
        </a:xfrm>
        <a:custGeom>
          <a:avLst/>
          <a:gdLst/>
          <a:ahLst/>
          <a:cxnLst/>
          <a:rect l="0" t="0" r="0" b="0"/>
          <a:pathLst>
            <a:path>
              <a:moveTo>
                <a:pt x="336435" y="842205"/>
              </a:moveTo>
              <a:arcTo wR="1931434" hR="1931434" stAng="12859756" swAng="1962280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F2A77D-E8B8-4F81-9FDC-7E66747DAC8B}">
      <dsp:nvSpPr>
        <dsp:cNvPr id="0" name=""/>
        <dsp:cNvSpPr/>
      </dsp:nvSpPr>
      <dsp:spPr>
        <a:xfrm>
          <a:off x="25368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85E363-ABA7-4B63-88CB-4C2546BBD33E}">
      <dsp:nvSpPr>
        <dsp:cNvPr id="0" name=""/>
        <dsp:cNvSpPr/>
      </dsp:nvSpPr>
      <dsp:spPr>
        <a:xfrm>
          <a:off x="252752" y="1022877"/>
          <a:ext cx="628012" cy="6280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16BAA9-AE0D-46D4-9095-26CA08383906}">
      <dsp:nvSpPr>
        <dsp:cNvPr id="0" name=""/>
        <dsp:cNvSpPr/>
      </dsp:nvSpPr>
      <dsp:spPr>
        <a:xfrm>
          <a:off x="1340173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Created Total Liquid Assets from checking and savings accounts</a:t>
          </a:r>
        </a:p>
      </dsp:txBody>
      <dsp:txXfrm>
        <a:off x="1340173" y="795493"/>
        <a:ext cx="2552269" cy="1082781"/>
      </dsp:txXfrm>
    </dsp:sp>
    <dsp:sp modelId="{CE5B0056-ADF9-4653-8C93-44D3A44F77E8}">
      <dsp:nvSpPr>
        <dsp:cNvPr id="0" name=""/>
        <dsp:cNvSpPr/>
      </dsp:nvSpPr>
      <dsp:spPr>
        <a:xfrm>
          <a:off x="4337156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B5DDE5-DB9B-4F76-B13E-58762A5BC670}">
      <dsp:nvSpPr>
        <dsp:cNvPr id="0" name=""/>
        <dsp:cNvSpPr/>
      </dsp:nvSpPr>
      <dsp:spPr>
        <a:xfrm>
          <a:off x="4564540" y="1022877"/>
          <a:ext cx="628012" cy="6280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EAE0FE-185D-4252-B518-2E34BE300D10}">
      <dsp:nvSpPr>
        <dsp:cNvPr id="0" name=""/>
        <dsp:cNvSpPr/>
      </dsp:nvSpPr>
      <dsp:spPr>
        <a:xfrm>
          <a:off x="5651962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Created Assets Under Management (AUM)</a:t>
          </a:r>
        </a:p>
      </dsp:txBody>
      <dsp:txXfrm>
        <a:off x="5651962" y="795493"/>
        <a:ext cx="2552269" cy="1082781"/>
      </dsp:txXfrm>
    </dsp:sp>
    <dsp:sp modelId="{368BA0CB-53B4-4B46-AB1D-8B0674D21FB4}">
      <dsp:nvSpPr>
        <dsp:cNvPr id="0" name=""/>
        <dsp:cNvSpPr/>
      </dsp:nvSpPr>
      <dsp:spPr>
        <a:xfrm>
          <a:off x="25368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6745D6-81E4-4CD5-8B15-E3063C6F3952}">
      <dsp:nvSpPr>
        <dsp:cNvPr id="0" name=""/>
        <dsp:cNvSpPr/>
      </dsp:nvSpPr>
      <dsp:spPr>
        <a:xfrm>
          <a:off x="252752" y="2875072"/>
          <a:ext cx="628012" cy="6280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A85BFD-ECA2-4BCB-804C-41DFA4F66C80}">
      <dsp:nvSpPr>
        <dsp:cNvPr id="0" name=""/>
        <dsp:cNvSpPr/>
      </dsp:nvSpPr>
      <dsp:spPr>
        <a:xfrm>
          <a:off x="1340173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Calculated Total Liabilities from loan related fields</a:t>
          </a:r>
        </a:p>
      </dsp:txBody>
      <dsp:txXfrm>
        <a:off x="1340173" y="2647688"/>
        <a:ext cx="2552269" cy="1082781"/>
      </dsp:txXfrm>
    </dsp:sp>
    <dsp:sp modelId="{5D5679FC-0D06-474D-99A8-F53648A62D94}">
      <dsp:nvSpPr>
        <dsp:cNvPr id="0" name=""/>
        <dsp:cNvSpPr/>
      </dsp:nvSpPr>
      <dsp:spPr>
        <a:xfrm>
          <a:off x="4337156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12B542-2A26-4A49-B57E-E8B907567902}">
      <dsp:nvSpPr>
        <dsp:cNvPr id="0" name=""/>
        <dsp:cNvSpPr/>
      </dsp:nvSpPr>
      <dsp:spPr>
        <a:xfrm>
          <a:off x="4564540" y="2875072"/>
          <a:ext cx="628012" cy="62801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F7EC01-1DA4-41B8-9CFC-78EB5ABEBB6C}">
      <dsp:nvSpPr>
        <dsp:cNvPr id="0" name=""/>
        <dsp:cNvSpPr/>
      </dsp:nvSpPr>
      <dsp:spPr>
        <a:xfrm>
          <a:off x="5651962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These features helped analyze overall customer financial strength.</a:t>
          </a:r>
        </a:p>
      </dsp:txBody>
      <dsp:txXfrm>
        <a:off x="5651962" y="2647688"/>
        <a:ext cx="2552269" cy="108278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95F781-6615-44B4-8898-876BC1FBB4FC}">
      <dsp:nvSpPr>
        <dsp:cNvPr id="0" name=""/>
        <dsp:cNvSpPr/>
      </dsp:nvSpPr>
      <dsp:spPr>
        <a:xfrm>
          <a:off x="925095" y="426662"/>
          <a:ext cx="722197" cy="7221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9595A2-F0FB-4CC8-AB77-EE4FCB779A80}">
      <dsp:nvSpPr>
        <dsp:cNvPr id="0" name=""/>
        <dsp:cNvSpPr/>
      </dsp:nvSpPr>
      <dsp:spPr>
        <a:xfrm>
          <a:off x="483752" y="1420418"/>
          <a:ext cx="1604882" cy="641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 Total Liability</a:t>
          </a:r>
        </a:p>
      </dsp:txBody>
      <dsp:txXfrm>
        <a:off x="483752" y="1420418"/>
        <a:ext cx="1604882" cy="641953"/>
      </dsp:txXfrm>
    </dsp:sp>
    <dsp:sp modelId="{382EF820-FE7C-4AA4-85AC-A985758FA7AE}">
      <dsp:nvSpPr>
        <dsp:cNvPr id="0" name=""/>
        <dsp:cNvSpPr/>
      </dsp:nvSpPr>
      <dsp:spPr>
        <a:xfrm>
          <a:off x="2810832" y="426662"/>
          <a:ext cx="722197" cy="7221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FDCFAE-4105-47CE-9E8D-938639C430D9}">
      <dsp:nvSpPr>
        <dsp:cNvPr id="0" name=""/>
        <dsp:cNvSpPr/>
      </dsp:nvSpPr>
      <dsp:spPr>
        <a:xfrm>
          <a:off x="2369489" y="1420418"/>
          <a:ext cx="1604882" cy="641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 Total Superannuation</a:t>
          </a:r>
        </a:p>
      </dsp:txBody>
      <dsp:txXfrm>
        <a:off x="2369489" y="1420418"/>
        <a:ext cx="1604882" cy="641953"/>
      </dsp:txXfrm>
    </dsp:sp>
    <dsp:sp modelId="{A2BABD5E-B76D-4B03-BE48-65B60D4CFD63}">
      <dsp:nvSpPr>
        <dsp:cNvPr id="0" name=""/>
        <dsp:cNvSpPr/>
      </dsp:nvSpPr>
      <dsp:spPr>
        <a:xfrm>
          <a:off x="4696570" y="426662"/>
          <a:ext cx="722197" cy="7221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48D569-B6A2-41C8-AF38-A1456E7BFBCA}">
      <dsp:nvSpPr>
        <dsp:cNvPr id="0" name=""/>
        <dsp:cNvSpPr/>
      </dsp:nvSpPr>
      <dsp:spPr>
        <a:xfrm>
          <a:off x="4255227" y="1420418"/>
          <a:ext cx="1604882" cy="641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 Total Checking Accounts</a:t>
          </a:r>
        </a:p>
      </dsp:txBody>
      <dsp:txXfrm>
        <a:off x="4255227" y="1420418"/>
        <a:ext cx="1604882" cy="641953"/>
      </dsp:txXfrm>
    </dsp:sp>
    <dsp:sp modelId="{070B8E1C-B367-4F55-B839-AC12C37494BD}">
      <dsp:nvSpPr>
        <dsp:cNvPr id="0" name=""/>
        <dsp:cNvSpPr/>
      </dsp:nvSpPr>
      <dsp:spPr>
        <a:xfrm>
          <a:off x="6582307" y="426662"/>
          <a:ext cx="722197" cy="7221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277F50-A7F6-45E9-92CD-EF2402A235C0}">
      <dsp:nvSpPr>
        <dsp:cNvPr id="0" name=""/>
        <dsp:cNvSpPr/>
      </dsp:nvSpPr>
      <dsp:spPr>
        <a:xfrm>
          <a:off x="6140964" y="1420418"/>
          <a:ext cx="1604882" cy="641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 Total NRI Accounts</a:t>
          </a:r>
        </a:p>
      </dsp:txBody>
      <dsp:txXfrm>
        <a:off x="6140964" y="1420418"/>
        <a:ext cx="1604882" cy="641953"/>
      </dsp:txXfrm>
    </dsp:sp>
    <dsp:sp modelId="{18B5F94F-FA37-4117-84BE-D0082694D580}">
      <dsp:nvSpPr>
        <dsp:cNvPr id="0" name=""/>
        <dsp:cNvSpPr/>
      </dsp:nvSpPr>
      <dsp:spPr>
        <a:xfrm>
          <a:off x="3753701" y="2463591"/>
          <a:ext cx="722197" cy="72219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62BD80-A655-4D44-8EFA-EEC517C53E46}">
      <dsp:nvSpPr>
        <dsp:cNvPr id="0" name=""/>
        <dsp:cNvSpPr/>
      </dsp:nvSpPr>
      <dsp:spPr>
        <a:xfrm>
          <a:off x="3312358" y="3457346"/>
          <a:ext cx="1604882" cy="641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 Total Savings Accounts</a:t>
          </a:r>
        </a:p>
      </dsp:txBody>
      <dsp:txXfrm>
        <a:off x="3312358" y="3457346"/>
        <a:ext cx="1604882" cy="64195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E10EAC-0BA6-4B45-BA51-D8F46A1170A1}">
      <dsp:nvSpPr>
        <dsp:cNvPr id="0" name=""/>
        <dsp:cNvSpPr/>
      </dsp:nvSpPr>
      <dsp:spPr>
        <a:xfrm>
          <a:off x="0" y="4366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AE8FFF-73DA-4018-845B-EB8A67770146}">
      <dsp:nvSpPr>
        <dsp:cNvPr id="0" name=""/>
        <dsp:cNvSpPr/>
      </dsp:nvSpPr>
      <dsp:spPr>
        <a:xfrm>
          <a:off x="281355" y="213639"/>
          <a:ext cx="511556" cy="5115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B66A42-1C9F-4440-A5C6-0F93D1A8E250}">
      <dsp:nvSpPr>
        <dsp:cNvPr id="0" name=""/>
        <dsp:cNvSpPr/>
      </dsp:nvSpPr>
      <dsp:spPr>
        <a:xfrm>
          <a:off x="1074268" y="4366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Checking accounts represent the highest customer activity</a:t>
          </a:r>
        </a:p>
      </dsp:txBody>
      <dsp:txXfrm>
        <a:off x="1074268" y="4366"/>
        <a:ext cx="3609680" cy="930102"/>
      </dsp:txXfrm>
    </dsp:sp>
    <dsp:sp modelId="{DEBA9C03-6B4F-4991-8600-3DEE73B6D09B}">
      <dsp:nvSpPr>
        <dsp:cNvPr id="0" name=""/>
        <dsp:cNvSpPr/>
      </dsp:nvSpPr>
      <dsp:spPr>
        <a:xfrm>
          <a:off x="0" y="1166994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A3FAEB-38DC-423C-A94E-EA8B25D784E3}">
      <dsp:nvSpPr>
        <dsp:cNvPr id="0" name=""/>
        <dsp:cNvSpPr/>
      </dsp:nvSpPr>
      <dsp:spPr>
        <a:xfrm>
          <a:off x="281355" y="1376267"/>
          <a:ext cx="511556" cy="5115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CFE223-3987-4310-A4F6-C951F9021CD6}">
      <dsp:nvSpPr>
        <dsp:cNvPr id="0" name=""/>
        <dsp:cNvSpPr/>
      </dsp:nvSpPr>
      <dsp:spPr>
        <a:xfrm>
          <a:off x="1074268" y="1166994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Savings accounts show strong customer trust</a:t>
          </a:r>
        </a:p>
      </dsp:txBody>
      <dsp:txXfrm>
        <a:off x="1074268" y="1166994"/>
        <a:ext cx="3609680" cy="930102"/>
      </dsp:txXfrm>
    </dsp:sp>
    <dsp:sp modelId="{C24CD151-62C9-46CE-9755-64EEBF6E4A5F}">
      <dsp:nvSpPr>
        <dsp:cNvPr id="0" name=""/>
        <dsp:cNvSpPr/>
      </dsp:nvSpPr>
      <dsp:spPr>
        <a:xfrm>
          <a:off x="0" y="2329622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EB1842-85B0-45E0-8D34-39EE209284BF}">
      <dsp:nvSpPr>
        <dsp:cNvPr id="0" name=""/>
        <dsp:cNvSpPr/>
      </dsp:nvSpPr>
      <dsp:spPr>
        <a:xfrm>
          <a:off x="281355" y="2538895"/>
          <a:ext cx="511556" cy="5115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A10DFA-13F2-4050-B852-8443A2488D0B}">
      <dsp:nvSpPr>
        <dsp:cNvPr id="0" name=""/>
        <dsp:cNvSpPr/>
      </dsp:nvSpPr>
      <dsp:spPr>
        <a:xfrm>
          <a:off x="1074268" y="2329622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Superannuation savings vary by nationality</a:t>
          </a:r>
        </a:p>
      </dsp:txBody>
      <dsp:txXfrm>
        <a:off x="1074268" y="2329622"/>
        <a:ext cx="3609680" cy="930102"/>
      </dsp:txXfrm>
    </dsp:sp>
    <dsp:sp modelId="{86D1B0CD-6B64-4635-B015-BCE21FB44C52}">
      <dsp:nvSpPr>
        <dsp:cNvPr id="0" name=""/>
        <dsp:cNvSpPr/>
      </dsp:nvSpPr>
      <dsp:spPr>
        <a:xfrm>
          <a:off x="0" y="3492250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C8C36E-19F1-4345-A8E8-6EC5CFDAD422}">
      <dsp:nvSpPr>
        <dsp:cNvPr id="0" name=""/>
        <dsp:cNvSpPr/>
      </dsp:nvSpPr>
      <dsp:spPr>
        <a:xfrm>
          <a:off x="281355" y="3701523"/>
          <a:ext cx="511556" cy="5115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D8F7D9-9654-4C5E-BD4A-2F3CDD28980D}">
      <dsp:nvSpPr>
        <dsp:cNvPr id="0" name=""/>
        <dsp:cNvSpPr/>
      </dsp:nvSpPr>
      <dsp:spPr>
        <a:xfrm>
          <a:off x="1074268" y="3492250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Some investment advisors manage higher liabilities than others</a:t>
          </a:r>
        </a:p>
      </dsp:txBody>
      <dsp:txXfrm>
        <a:off x="1074268" y="3492250"/>
        <a:ext cx="3609680" cy="930102"/>
      </dsp:txXfrm>
    </dsp:sp>
    <dsp:sp modelId="{C9F86887-58F3-4B17-ADFA-B57ECB86E67F}">
      <dsp:nvSpPr>
        <dsp:cNvPr id="0" name=""/>
        <dsp:cNvSpPr/>
      </dsp:nvSpPr>
      <dsp:spPr>
        <a:xfrm>
          <a:off x="0" y="4654878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3C9BAA-E598-4B57-B4D5-0C10B96754BF}">
      <dsp:nvSpPr>
        <dsp:cNvPr id="0" name=""/>
        <dsp:cNvSpPr/>
      </dsp:nvSpPr>
      <dsp:spPr>
        <a:xfrm>
          <a:off x="281355" y="4864151"/>
          <a:ext cx="511556" cy="51155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4CCA01-08F2-402E-892C-C454225DA829}">
      <dsp:nvSpPr>
        <dsp:cNvPr id="0" name=""/>
        <dsp:cNvSpPr/>
      </dsp:nvSpPr>
      <dsp:spPr>
        <a:xfrm>
          <a:off x="1074268" y="4654878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One loan fee structure dominates the lending portfolio</a:t>
          </a:r>
        </a:p>
      </dsp:txBody>
      <dsp:txXfrm>
        <a:off x="1074268" y="4654878"/>
        <a:ext cx="3609680" cy="93010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7E251A-34B0-4AAD-915F-2C76B7D5A4F4}">
      <dsp:nvSpPr>
        <dsp:cNvPr id="0" name=""/>
        <dsp:cNvSpPr/>
      </dsp:nvSpPr>
      <dsp:spPr>
        <a:xfrm>
          <a:off x="0" y="531"/>
          <a:ext cx="7886700" cy="12429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91FC29-6A3B-48C1-8A82-7FF5D15E761D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18367C-EAA1-483E-84ED-BD4A0F2E8D1A}">
      <dsp:nvSpPr>
        <dsp:cNvPr id="0" name=""/>
        <dsp:cNvSpPr/>
      </dsp:nvSpPr>
      <dsp:spPr>
        <a:xfrm>
          <a:off x="1435590" y="531"/>
          <a:ext cx="64511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The project demonstrates a complete data analytics workflow including</a:t>
          </a:r>
        </a:p>
      </dsp:txBody>
      <dsp:txXfrm>
        <a:off x="1435590" y="531"/>
        <a:ext cx="6451109" cy="1242935"/>
      </dsp:txXfrm>
    </dsp:sp>
    <dsp:sp modelId="{D8F17156-643A-4BEF-A8E5-FD5A9D0E5BC9}">
      <dsp:nvSpPr>
        <dsp:cNvPr id="0" name=""/>
        <dsp:cNvSpPr/>
      </dsp:nvSpPr>
      <dsp:spPr>
        <a:xfrm>
          <a:off x="0" y="1554201"/>
          <a:ext cx="7886700" cy="12429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E66C1E-6D58-4EE7-A58C-53C30E2324C4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842CD4-51CB-4D91-A047-E263F9BCBE2D}">
      <dsp:nvSpPr>
        <dsp:cNvPr id="0" name=""/>
        <dsp:cNvSpPr/>
      </dsp:nvSpPr>
      <dsp:spPr>
        <a:xfrm>
          <a:off x="1435590" y="1554201"/>
          <a:ext cx="64511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data cleaning, transformation, feature engineering, and visualization.</a:t>
          </a:r>
        </a:p>
      </dsp:txBody>
      <dsp:txXfrm>
        <a:off x="1435590" y="1554201"/>
        <a:ext cx="6451109" cy="1242935"/>
      </dsp:txXfrm>
    </dsp:sp>
    <dsp:sp modelId="{8E3A58E0-A892-432C-BE06-B421BFE9C37B}">
      <dsp:nvSpPr>
        <dsp:cNvPr id="0" name=""/>
        <dsp:cNvSpPr/>
      </dsp:nvSpPr>
      <dsp:spPr>
        <a:xfrm>
          <a:off x="0" y="3107870"/>
          <a:ext cx="7886700" cy="12429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F689DC-4130-4326-BB1E-9B4076A813D8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0F17F7-38A0-4E9A-A215-D31E33E1EEF4}">
      <dsp:nvSpPr>
        <dsp:cNvPr id="0" name=""/>
        <dsp:cNvSpPr/>
      </dsp:nvSpPr>
      <dsp:spPr>
        <a:xfrm>
          <a:off x="1435590" y="3107870"/>
          <a:ext cx="64511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The dashboard helps understand customer financial behavior.</a:t>
          </a:r>
        </a:p>
      </dsp:txBody>
      <dsp:txXfrm>
        <a:off x="1435590" y="3107870"/>
        <a:ext cx="6451109" cy="12429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16-Mar-26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16-Mar-26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16-Mar-26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16-Mar-26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 Fill">
            <a:extLst>
              <a:ext uri="{FF2B5EF4-FFF2-40B4-BE49-F238E27FC236}">
                <a16:creationId xmlns:a16="http://schemas.microsoft.com/office/drawing/2014/main" id="{C3420C89-0B09-4632-A4AF-3971D08BF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Color Cover">
            <a:extLst>
              <a:ext uri="{FF2B5EF4-FFF2-40B4-BE49-F238E27FC236}">
                <a16:creationId xmlns:a16="http://schemas.microsoft.com/office/drawing/2014/main" id="{4E5CBA61-BF74-40B4-A3A8-366BBA626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C27E70C-5470-4262-B9CE-AE52C51CF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929"/>
            <a:ext cx="9141714" cy="3490956"/>
            <a:chOff x="651279" y="598259"/>
            <a:chExt cx="10889442" cy="5680742"/>
          </a:xfrm>
        </p:grpSpPr>
        <p:sp>
          <p:nvSpPr>
            <p:cNvPr id="21" name="Color">
              <a:extLst>
                <a:ext uri="{FF2B5EF4-FFF2-40B4-BE49-F238E27FC236}">
                  <a16:creationId xmlns:a16="http://schemas.microsoft.com/office/drawing/2014/main" id="{B5C7D35F-738C-47DF-AD6E-859806E46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Color">
              <a:extLst>
                <a:ext uri="{FF2B5EF4-FFF2-40B4-BE49-F238E27FC236}">
                  <a16:creationId xmlns:a16="http://schemas.microsoft.com/office/drawing/2014/main" id="{740F8C8B-E52F-46CF-89C7-51C6A037C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 descr="Pen placed on top of a signature line">
            <a:extLst>
              <a:ext uri="{FF2B5EF4-FFF2-40B4-BE49-F238E27FC236}">
                <a16:creationId xmlns:a16="http://schemas.microsoft.com/office/drawing/2014/main" id="{7FA96CA3-D764-716A-1AE6-88525DC09D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697" r="2802" b="-2"/>
          <a:stretch>
            <a:fillRect/>
          </a:stretch>
        </p:blipFill>
        <p:spPr>
          <a:xfrm>
            <a:off x="5300745" y="1065276"/>
            <a:ext cx="3151640" cy="4727448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9"/>
            <a:ext cx="4269714" cy="2587131"/>
          </a:xfrm>
        </p:spPr>
        <p:txBody>
          <a:bodyPr anchor="b">
            <a:normAutofit/>
          </a:bodyPr>
          <a:lstStyle/>
          <a:p>
            <a:pPr algn="l"/>
            <a:r>
              <a:rPr lang="en-US" sz="4200">
                <a:solidFill>
                  <a:schemeClr val="bg1"/>
                </a:solidFill>
              </a:rPr>
              <a:t>Customer Profiling in Relationship Banking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787" y="3566810"/>
            <a:ext cx="4269715" cy="2651110"/>
          </a:xfrm>
        </p:spPr>
        <p:txBody>
          <a:bodyPr anchor="ctr">
            <a:normAutofit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500" dirty="0">
                <a:solidFill>
                  <a:schemeClr val="tx2"/>
                </a:solidFill>
              </a:rPr>
              <a:t>Internship Project</a:t>
            </a:r>
          </a:p>
          <a:p>
            <a:pPr marL="0" indent="0">
              <a:lnSpc>
                <a:spcPct val="90000"/>
              </a:lnSpc>
              <a:buNone/>
            </a:pPr>
            <a:endParaRPr lang="en-US" sz="1500" dirty="0">
              <a:solidFill>
                <a:schemeClr val="tx2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1500" dirty="0">
              <a:solidFill>
                <a:schemeClr val="tx2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1500" dirty="0">
              <a:solidFill>
                <a:schemeClr val="tx2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>
                <a:solidFill>
                  <a:schemeClr val="tx2"/>
                </a:solidFill>
              </a:rPr>
              <a:t>Tools: SQL &amp; Power BI</a:t>
            </a:r>
          </a:p>
          <a:p>
            <a:pPr marL="0" indent="0">
              <a:lnSpc>
                <a:spcPct val="90000"/>
              </a:lnSpc>
              <a:buNone/>
            </a:pPr>
            <a:endParaRPr lang="en-US" sz="1500" dirty="0">
              <a:solidFill>
                <a:schemeClr val="tx2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1500" dirty="0">
              <a:solidFill>
                <a:schemeClr val="tx2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1500" dirty="0">
              <a:solidFill>
                <a:schemeClr val="tx2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1500" dirty="0">
              <a:solidFill>
                <a:schemeClr val="tx2"/>
              </a:solidFill>
            </a:endParaRPr>
          </a:p>
          <a:p>
            <a:pPr marL="0" indent="0" algn="r">
              <a:lnSpc>
                <a:spcPct val="90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By Kokilapriya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2000" dirty="0"/>
              <a:t>This project analyzes customer financial behavior in a relationship banking system.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Raw banking data was cleaned using SQL and visualized using Power BI to generate business insights.</a:t>
            </a:r>
          </a:p>
        </p:txBody>
      </p:sp>
      <p:pic>
        <p:nvPicPr>
          <p:cNvPr id="5" name="Picture 4" descr="Calculator, pen, compass, money and a paper with graphs printed on it">
            <a:extLst>
              <a:ext uri="{FF2B5EF4-FFF2-40B4-BE49-F238E27FC236}">
                <a16:creationId xmlns:a16="http://schemas.microsoft.com/office/drawing/2014/main" id="{04FE84C2-07C5-986F-47C6-A2A71B52E6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607" r="28180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US" sz="3500"/>
              <a:t>Objectives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49C341B-2B02-ED19-B421-6902C32C45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0243299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US" sz="3900"/>
              <a:t>Tools &amp; Technologies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6F0694D7-3605-6845-BA7D-CC88408C6E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8474022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Cleaning Process (SQL)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3B26A26D-D57A-3268-D81E-0AE276223CA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A1D4BE51-66A7-27CD-39E5-927C75BAD9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5573380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Performance Indicators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F6639F50-C537-6406-EE5A-2AAA861972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9427816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42449" y="353961"/>
            <a:ext cx="8259097" cy="914400"/>
          </a:xfrm>
        </p:spPr>
        <p:txBody>
          <a:bodyPr/>
          <a:lstStyle/>
          <a:p>
            <a:r>
              <a:rPr lang="en-US" dirty="0"/>
              <a:t>Dashboard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78A5D8-1999-8260-CE7C-6BFD32233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69" y="1445341"/>
            <a:ext cx="8756659" cy="49213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US" sz="7000"/>
              <a:t>Key Insights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041661C-0A34-B79C-F2A7-CD83237996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1592117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381677" cy="1325563"/>
          </a:xfrm>
        </p:spPr>
        <p:txBody>
          <a:bodyPr>
            <a:normAutofit/>
          </a:bodyPr>
          <a:lstStyle/>
          <a:p>
            <a:r>
              <a:rPr lang="en-US" sz="4900"/>
              <a:t>Conclusion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6917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Graphic 12">
            <a:extLst>
              <a:ext uri="{FF2B5EF4-FFF2-40B4-BE49-F238E27FC236}">
                <a16:creationId xmlns:a16="http://schemas.microsoft.com/office/drawing/2014/main" id="{58BDB0EE-D238-415B-9ED8-62AA6AB2A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7911" y="591829"/>
            <a:ext cx="10427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11">
            <a:extLst>
              <a:ext uri="{FF2B5EF4-FFF2-40B4-BE49-F238E27FC236}">
                <a16:creationId xmlns:a16="http://schemas.microsoft.com/office/drawing/2014/main" id="{C5B55FC3-961D-4325-82F1-DE92B0D04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46996" y="821124"/>
            <a:ext cx="68354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Graphic 13">
            <a:extLst>
              <a:ext uri="{FF2B5EF4-FFF2-40B4-BE49-F238E27FC236}">
                <a16:creationId xmlns:a16="http://schemas.microsoft.com/office/drawing/2014/main" id="{4C8AB332-D09E-4F28-943C-DABDD4716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66256" y="1336268"/>
            <a:ext cx="95786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D690559-CE98-27B3-D209-5FAB7E301A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4749187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79</TotalTime>
  <Words>253</Words>
  <Application>Microsoft Office PowerPoint</Application>
  <PresentationFormat>On-screen Show (4:3)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Customer Profiling in Relationship Banking</vt:lpstr>
      <vt:lpstr>Project Overview</vt:lpstr>
      <vt:lpstr>Objectives</vt:lpstr>
      <vt:lpstr>Tools &amp; Technologies</vt:lpstr>
      <vt:lpstr>Data Cleaning Process (SQL)</vt:lpstr>
      <vt:lpstr>Feature Engineering</vt:lpstr>
      <vt:lpstr>Key Performance Indicators</vt:lpstr>
      <vt:lpstr>Dashboard</vt:lpstr>
      <vt:lpstr>Key 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ram</cp:lastModifiedBy>
  <cp:revision>4</cp:revision>
  <dcterms:created xsi:type="dcterms:W3CDTF">2013-01-27T09:14:16Z</dcterms:created>
  <dcterms:modified xsi:type="dcterms:W3CDTF">2026-03-16T05:19:26Z</dcterms:modified>
  <cp:category/>
</cp:coreProperties>
</file>